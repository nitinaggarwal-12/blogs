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GEAP Multi-Tenant Agentic AI: Pooled, Sovereign Silos &amp; Hybrid — Complete Program Deck
All 7 Google Cloud Architecture Center blueprints across Workstreams 1–5 as 100% editable slides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
• Workstream 1 • Reference Architecture &amp; Cloud Architecture Center Doc PR
• Workstream 2 • Pattern A — High-Density Pooled Architecture
• Workstream 3 • Pattern B — Zero-Trust Sovereign Silos
• Workstream 4 • Pattern C — Dynamic Hybrid, PSC &amp; Live Tier Migration
• Workstream 5 • Decision Guide, Agentic Triad &amp; Program Wrap-up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blogs/ for the full explanatory articles and slides/ for per-workstream decks.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pn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png"/><Relationship Id="rId17" Type="http://schemas.openxmlformats.org/officeDocument/2006/relationships/image" Target="../media/image-24-17.png"/><Relationship Id="rId18" Type="http://schemas.openxmlformats.org/officeDocument/2006/relationships/image" Target="../media/image-24-18.png"/><Relationship Id="rId19" Type="http://schemas.openxmlformats.org/officeDocument/2006/relationships/image" Target="../media/image-24-19.png"/><Relationship Id="rId20" Type="http://schemas.openxmlformats.org/officeDocument/2006/relationships/image" Target="../media/image-2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pn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pn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png"/><Relationship Id="rId17" Type="http://schemas.openxmlformats.org/officeDocument/2006/relationships/image" Target="../media/image-30-17.png"/><Relationship Id="rId18" Type="http://schemas.openxmlformats.org/officeDocument/2006/relationships/image" Target="../media/image-30-18.png"/><Relationship Id="rId19" Type="http://schemas.openxmlformats.org/officeDocument/2006/relationships/image" Target="../media/image-30-19.png"/><Relationship Id="rId20" Type="http://schemas.openxmlformats.org/officeDocument/2006/relationships/image" Target="../media/image-3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pn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png"/><Relationship Id="rId15" Type="http://schemas.openxmlformats.org/officeDocument/2006/relationships/image" Target="../media/image-36-15.png"/><Relationship Id="rId16" Type="http://schemas.openxmlformats.org/officeDocument/2006/relationships/image" Target="../media/image-36-16.png"/><Relationship Id="rId17" Type="http://schemas.openxmlformats.org/officeDocument/2006/relationships/image" Target="../media/image-36-17.png"/><Relationship Id="rId18" Type="http://schemas.openxmlformats.org/officeDocument/2006/relationships/image" Target="../media/image-36-18.png"/><Relationship Id="rId19" Type="http://schemas.openxmlformats.org/officeDocument/2006/relationships/image" Target="../media/image-36-19.png"/><Relationship Id="rId20" Type="http://schemas.openxmlformats.org/officeDocument/2006/relationships/image" Target="../media/image-3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PROGRAM DECK • WORKSTREAMS 1–5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AI: Pooled, Sovereign Silos &amp; Hybrid — Complete Program Deck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7 Google Cloud Architecture Center blueprints across Workstreams 1–5 as 100% editable slides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Program Map • Workstreams 1–5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Map • Workstreams 1–5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modes: dynamic MCP discovery, confused-deputy credentials, context-cache bleed, and noisy-neighbor runaway reasoning loops.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Doc PR for the Architecture Center (1.3), product review pack (1.2), and an EAP/product-gap ledger with 3 P0 workarounds (1.4).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observability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1.1 BLUEPRINT] GEAP Multi-Tenant Agentic AI Taxonomy: Pooled (Pattern A), Sovereign Silos (Pattern B) &amp; Hybrid (Pattern C)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ISV SaaS Reference Architecture Expanding Google Cloud Architecture Center (Cymbal SaaS Serving FinVault &amp; RetailStream)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TenantsFinVault (OIDC) &amp; RetailStream (Entra)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Cross-Pattern Breach Alerts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Reusable Core + 20% Topolog…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FinOps observability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1.1 BLUEPRINT] GEAP Multi-Tenant Agentic AI Taxonomy: Pooled (Pattern A), Sov…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ISV SaaS Reference Architecture Expanding Google Cloud Architecture Center (Cymbal SaaS Serving FinVault…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Cross-Pattern Breach Alerts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1.3 DOC PR BLUEPRINT] Cloud Architecture Center: Multi-Tenant Agentic AI System with 5-Hop Cryptographic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Hub-and-Spoke Reference Architecture (docs.cloud.google.com/architecture/multi-tenant-agentic-ai-system)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UserOIDC / Entra JWT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Continuous Threat Detection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1.3 DOC PR BLUEPRINT] Cloud Architecture Center: Multi-Tenant Agentic AI Syst…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Hub-and-Spoke Reference Architecture (docs.cloud.google.com/architecture/multi-tenant-agentic-ai-sys…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Continuous Threat Detection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tier: Pattern A for Standard, Pattern B for regulator-mandated perimeters, Pattern C when you serve both.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code; the trust boundary changes, the governance modules do not.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workarounds; EAP allowlists target Q4 2026 for native support.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dedicated projects per Standard-tier SaaS customer destroy gross margin, but naive shared runtimes leak agents, tools, caches and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one shared project (cymbal-pooled-saas-prod) governed by the 5-Hop Cryptographic Context Chain from edge PEP to AlloyDB RLS.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&amp; OTel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2.1 • PATTERN A BLUEPRINT] Pattern A: High-Density Pooled Multi-Tenant Architecture &amp; Shared Runtime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1 (Weeks 1–4) • Shared Project (cymbal-pooled-saas-prod) with 90% Prompt Prefix Cache Savings &amp; 0 Bleed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RetailStreamCompeting SaaS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COGS Save) • 32k Shared Operator Prefix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skills-finvault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skills-retail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&amp; OTel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2.1 • PATTERN A BLUEPRINT] Pattern A: High-Density Pooled Multi-Tenant Archit…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1 (Weeks 1–4) • Shared Project (cymbal-pooled-saas-prod) with 90% Prompt Prefix Cache Savings &amp; 0 B…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(90% COGS Save) • 32k Shared Operator Prefix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Gates (Vectors 6 &amp; 9)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2.5 • BREACH SUITE BLUEPRINT] Pattern A: 10-Point Cross-Tenant Breach Simulation &amp; Cryptographic Defense Matrix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2.2 &amp; 2.5 (run_breach_simulations.py) • 10/10 Adversarial Vectors Neutralized Across Hops 1–5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AttackerSpoofed Headers &amp; Injections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Armor Edge PEP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4k Token Clamp • Blocks 250 RPM Flood &amp; 16k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Security Gates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Gates (Vectors 6 &amp; 9)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2.5 • BREACH SUITE BLUEPRINT] Pattern A: 10-Point Cross-Tenant Breach Simulat…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&amp; 2.5 (run_breach_simulations.py) • 10/10 Adversarial Vectors Neutralized Across Hops 1–5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Armor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&amp; 4k Token Clamp • Blocks 250 RPM Flood &amp; 16k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project: cymbal-finvault-silo-prod and cymbal-retailstream-silo-prod, each with its own agent-memory-cmek 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zero noisy neighbours and simple per-project quotas versus a higher per-tenant infrastructure floor and multi-project operations.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3.1 • PATTERN B BLUEPRINT] Pattern B: Zero-Trust Sovereign Silos (VPC-SC, IAM PAB, CMEK Kill-Switch &amp; Air-Gapped Gemma 3 on GKE)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2 (Weeks 4–7) • Dedicated Per-Tenant GCP Projects with Physical Isolation &amp; Instant HTTP 423 CMEK Lock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ClientsFinVault &amp; RetailStream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SNI Silo Routing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VPC-SC &amp; PAB Violation Feed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Sovereign VPC-SC / PAB /…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3.1 • PATTERN B BLUEPRINT] Pattern B: Zero-Trust Sovereign Silos (VPC-SC, IAM…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2 (Weeks 4–7) • Dedicated Per-Tenant GCP Projects with Physical Isolation &amp; Instant HTTP 423 CMEK 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SNI Silo Routing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VPC-SC &amp; PAB Violation Feed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patterns; pay for infrastructure, not for a second engineering team.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(cymbal-hybrid-hub-prod): Cloud Armor/IAP, Cloud Run Router, Firestore Route Table, Cross-Project ARD Federated GEAP Registry.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PASS: 0 ms replication lag, 0 dropped sessions, 8,000 budget unclamped, rs-agent-cmek bound, zero global state bleed.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Migration Engine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4.1 • PATTERN C BLUEPRINT] Pattern C: Dynamic Hybrid Hub-and-Spoke, Private Service Connect (PSC) &amp; Live Tier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3 (Weeks 7–10) • Unified Control Plane Routing Standard to Shared Pool &amp; Enterprise to PSC Spokes (0 Dropped Turns)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EnterpriseSingle Unified SaaS URL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(0ms Lag Copy) • Streams RLS &amp; L4 Memory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19402" y="2878531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Sovereign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Upgraded 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Migration Engine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4.1 • PATTERN C BLUEPRINT] Pattern C: Dynamic Hybrid Hub-and-Spoke, Private 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3 (Weeks 7–10) • Unified Control Plane Routing Standard to Shared Pool &amp; Enterprise to PSC Spokes (…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(0ms Lag Copy) • Streams RLS &amp; L4 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it: one control plane, one URL, two execution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measurable: 0 ms lag, 0 dropped sessions, same session id, 4/4 suite gates passing.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topology: all tenants need physical isolation (VPC-SC / Gemma 3)? -&gt; Pattern B; else tiered packaging? No -&gt; A, Yes -&gt; 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identical: core-cymbal-agent/ implements the 5-Hop Cryptographic Context Chain once; A, B and C are 20% perimeter deltas.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ladder: Pattern A $ (85-90% shared prefix savings), Pattern C $$ (blended SaaS margin), Pattern B $$$ (dedicated baseline per tenant).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OTel &amp; Chargeback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5.1 &amp; 5.2 • CAPSTONE BLUEPRINT] Workstream 5 Capstone: Executive Topology Decision Guide &amp; The Multi-Tenant Agentic Triad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Unifying Zero-Trust Security, FinOps Unit Economics (90% Prefix Cache), and Zero-PII OpenTelemetry Across All 3 Patterns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Users10,000+ Multi-Tier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Global Anycast Ingress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Unified SIEM &amp; Audit Lineage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(-84.7%) • Zero-PII Obs…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• 20/20 Simulations 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Hybrid ($$)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Preserving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5.1 &amp; 5.2 • CAPSTONE BLUEPRINT] Workstream 5 Capstone: Executive Topology Dec…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Unifying Zero-Trust Security, FinOps Unit Economics (90% Prefix Cache), and Zero-PII OpenTelemetry Across All…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Global Anycast Ingress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Unified SIEM &amp; Audit Lineage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question; most topology debates are really about which question is being asked.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run; only the blast radius of each hop changes.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balance: security-only raises TCO, cost-only invites noisy neighbors and cache bleed, observability without redaction leaks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GEAP Multi-Tenant Agentic AI Taxonomy: Pooled (Pattern A), Sovereign Silos (Pattern B) &amp; Hybrid (Pattern 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Architecture Center: Multi-Tenant Agentic AI System with 5-Hop Cryptographic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Multi-Tenant Architecture &amp; Shared Runtime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10-Point Cross-Tenant Breach Simulation &amp; Cryptographic Defense Matrix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Zero-Trust Sovereign Silos (VPC-SC, IAM PAB, CMEK Kill-Switch &amp; Air-Gapped Gemma 3 on GKE)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Hub-and-Spoke, Private Service Connect (PSC) &amp; Live Tier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 Capstone: Executive Topology Decision Guide &amp; The Multi-Tenant Agentic Triad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blogs/ws1-reference-architecture-taxonomy-and-5hop-baseline.md  •  Deck: slides/ws1-reference-architecture-editable-slides.pptx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blogs/ws2-pattern-a-pooled-architecture.md  •  Deck: slides/ws2-pattern-a-pooled-editable-slides.pptx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blogs/ws3-pattern-b-sovereign-silos.md  •  Deck: slides/ws3-pattern-b-siloed-editable-slides.pptx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blogs/ws4-pattern-c-hybrid-dynamic-tiering.md  •  Deck: slides/ws4-pattern-c-hybrid-editable-slides.pptx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blogs/ws5-decision-guide-and-agentic-triad.md  •  Deck: slides/ws5-wrap-up-editable-slides.pptx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GEAP Multi-Tenant Agentic AI: Pooled, Sovereign Silos &amp; Hybrid — Complete Program Deck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2026-10-08T12:11:29Z</dcterms:created>
  <dcterms:modified xsi:type="dcterms:W3CDTF">2026-10-08T12:11:29Z</dcterms:modified>
</cp:coreProperties>
</file>