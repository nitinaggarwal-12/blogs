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Claude 3.7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Claude 3.7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80/20 Code Reuse, Agentic Triad &amp; Automated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80" dirty="0"/>
          </a:p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31520" y="2267712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1520" y="5047488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Okta OIDC / SAML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44368" y="274320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2944368" y="338328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6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42816" y="155448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42816" y="153619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08576" y="1536192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🔐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56048" y="241401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🧭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56048" y="371246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6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🛡️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56048" y="501091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42048" y="298094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60" dirty="0"/>
          </a:p>
        </p:txBody>
      </p:sp>
      <p:sp>
        <p:nvSpPr>
          <p:cNvPr id="67" name="Text 65"/>
          <p:cNvSpPr/>
          <p:nvPr/>
        </p:nvSpPr>
        <p:spPr>
          <a:xfrm>
            <a:off x="7242048" y="3840480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6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582912" y="1737360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582912" y="173736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1020" dirty="0"/>
          </a:p>
        </p:txBody>
      </p:sp>
      <p:sp>
        <p:nvSpPr>
          <p:cNvPr id="74" name="Text 72"/>
          <p:cNvSpPr/>
          <p:nvPr/>
        </p:nvSpPr>
        <p:spPr>
          <a:xfrm>
            <a:off x="8650224" y="2212848"/>
            <a:ext cx="26883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8741664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741664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🏛️ Pattern B Silo</a:t>
            </a:r>
            <a:endParaRPr lang="en-US" sz="820" dirty="0"/>
          </a:p>
        </p:txBody>
      </p:sp>
      <p:sp>
        <p:nvSpPr>
          <p:cNvPr id="79" name="Shape 77"/>
          <p:cNvSpPr/>
          <p:nvPr/>
        </p:nvSpPr>
        <p:spPr>
          <a:xfrm>
            <a:off x="10076688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76688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🌉 Pattern C PSC</a:t>
            </a:r>
            <a:endParaRPr lang="en-US" sz="820" dirty="0"/>
          </a:p>
        </p:txBody>
      </p:sp>
      <p:sp>
        <p:nvSpPr>
          <p:cNvPr id="81" name="Text 79"/>
          <p:cNvSpPr/>
          <p:nvPr/>
        </p:nvSpPr>
        <p:spPr>
          <a:xfrm>
            <a:off x="8650224" y="3584448"/>
            <a:ext cx="2688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582912" y="462686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582912" y="46268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📊 OTel</a:t>
            </a:r>
            <a:endParaRPr lang="en-US" sz="920" dirty="0"/>
          </a:p>
        </p:txBody>
      </p:sp>
      <p:sp>
        <p:nvSpPr>
          <p:cNvPr id="88" name="Text 86"/>
          <p:cNvSpPr/>
          <p:nvPr/>
        </p:nvSpPr>
        <p:spPr>
          <a:xfrm>
            <a:off x="8650224" y="5065776"/>
            <a:ext cx="2688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6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837176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837176"/>
            <a:ext cx="365577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837176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910328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148072"/>
            <a:ext cx="33997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2359152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4956048" y="3383280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4956048" y="44074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14816" y="2139696"/>
            <a:ext cx="272491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"ard_scope": "retailstream",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"model_armor": "CLEAN_PASS",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"sdp_masked": "[REDACTED_IBAN]",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"sql_session": {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"current_tenant": "retail",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"cross_tenant_rows": 0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Claude 3.7 Sonnet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🗝️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🏛️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🧠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🗄️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5564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298448" y="2267712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01568" y="2578608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3730752" y="3255264"/>
            <a:ext cx="1353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 KMS Audit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Revocation Event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55648"/>
            <a:ext cx="15361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86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596128" y="3017520"/>
            <a:ext cx="13167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🔑 KMS Liveness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Probe Failed</a:t>
            </a:r>
            <a:endParaRPr lang="en-US" sz="84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7190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enters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 cryptographic lock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within &lt;60 seconds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479792" y="3639312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🔒 HTTP 423 Locked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60" dirty="0"/>
          </a:p>
        </p:txBody>
      </p:sp>
      <p:sp>
        <p:nvSpPr>
          <p:cNvPr id="69" name="Text 67"/>
          <p:cNvSpPr/>
          <p:nvPr/>
        </p:nvSpPr>
        <p:spPr>
          <a:xfrm>
            <a:off x="7296912" y="4352544"/>
            <a:ext cx="2231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&lt;60s Cryptographic Kill-Switch SLA ──┘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272784" y="4956048"/>
            <a:ext cx="841248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272784" y="4956048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5321808" y="5358384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669280" y="5358384"/>
            <a:ext cx="15727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607808" y="4901184"/>
            <a:ext cx="16093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4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10928" y="50109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0 Cached Tokens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Served Post-Revoke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9710928" y="54681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Immutable SCC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Compliance Log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1173968" y="5468112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73968" y="5468112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🛡️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505456" y="2176272"/>
            <a:ext cx="1243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487168" y="3840480"/>
            <a:ext cx="1280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43153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5761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1993392" y="5138928"/>
            <a:ext cx="230428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(SHADOW_SYNC)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the target Enterprise spoke project, Cloud KMS key, and PSC attachment while streaming AlloyDB RLS rows and L1–L5 Memory Bank state to 0ms replication lag.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(ATOMIC_CUTOVER)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a single atomic Firestore transaction flipping the tenant’s route from pool:// to psc://, unlocking the 8,000-token budget and CMEK binding simultaneously.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(DRAIN_AND_VERIFY)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any in-flight pooled turn without interruption and routes the very next message in the same active session_id into the dedicated PSC spoke (0 dropped sessions).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Complete 10-Week Production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Reuse, Agentic Triad &amp; Automated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🧩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  —  ramp-portal-dev (#248990048888) &amp; nitinagga-ge-2 (#638420508320) serving Pattern A/B/C endpoints (HTTP 200)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  —  Cloud Logging Explorer verifying 20/20 multi-tenant isolation &amp; live tier upgrade simulations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3667658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3667658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681728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548640" y="4956048"/>
            <a:ext cx="339333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4262018" y="4590288"/>
            <a:ext cx="3667658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2018" y="4590288"/>
            <a:ext cx="3667658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399178" y="4681728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4399178" y="4956048"/>
            <a:ext cx="339333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29" name="Shape 26"/>
          <p:cNvSpPr/>
          <p:nvPr/>
        </p:nvSpPr>
        <p:spPr>
          <a:xfrm>
            <a:off x="4390034" y="6080760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4444898" y="6080760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8112557" y="4590288"/>
            <a:ext cx="3667658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12557" y="4590288"/>
            <a:ext cx="3667658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8249717" y="4681728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8249717" y="4956048"/>
            <a:ext cx="339333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5" name="Shape 32"/>
          <p:cNvSpPr/>
          <p:nvPr/>
        </p:nvSpPr>
        <p:spPr>
          <a:xfrm>
            <a:off x="8240573" y="6080760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8295437" y="6080760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Text 3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2026-10-16T01:06:14Z</dcterms:created>
  <dcterms:modified xsi:type="dcterms:W3CDTF">2026-10-16T01:06:14Z</dcterms:modified>
</cp:coreProperties>
</file>