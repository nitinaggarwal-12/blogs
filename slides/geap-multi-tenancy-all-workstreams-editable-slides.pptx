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2.0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visual evidence captured directly from our Google Cloud projects—proving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twenty automated red-team breach, sovereign kill-switch, and zero-downtime tier migration tests pass with zero cross-tenant data leakage.</a:t>
            </a:r>
            <a:endParaRPr lang="en-US" dirty="0"/>
          </a:p>
          <a:p>
            <a:r>
              <a:rPr lang="en-US" dirty="0"/>
              <a:t>With live cloud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twenty-four-file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1 Reference Taxonomy</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2 Pattern A Pooled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3 Pattern B Sovereign Silos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4 Pattern C Dynamic Hybrid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-&gt; Figure 1 -&gt; Deep-Dive -&gt;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600 RPM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Official Google Cloud Architecture Center hub-and-spoke reference architecture comparing Pooled (Pattern A), Sovereign Silos (Pattern B), and Dynamic Hybrid (Pattern C) isolation models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1 &amp; 2 (Zone 1 Routing Hub): Global ALB, Cloud Armor WAF, and IAP authenticate tenant callers, strip spoofed headers, and look up the tenant isolation pattern.</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(Central Governance Hub): Security Command Center, Cloud KMS CMEK, and BigQuery OTel centralize threat detection, key lifecycle, and zero-PII chargeback.</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3 Tier Dispatch: The 80% reusable ADK control plane routes requests dynamically to Pattern A (Yellow Spoke) or Pattern B/C (Red Spoke).</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Pooled Spoke): Enforces Model Armor screening (4/6), Gemini 2.5 Pro 90% prefix caching (5), Valkey RPM bulkheads, and AlloyDB RLS.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(ramp-portal-dev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3-Zone Reference Taxonomy &amp; Signed STS JWT Envelope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(Tenant Identity &amp; Edge Ingress) → Zone 2 (Vertex AI Agent Engine &amp; Cloud Run) → Zone 3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TENANT IDENTITY &amp; EDGE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5-HOP ADK 2.0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Pipeline)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Cloud Run</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RFC 9449 DPoP</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DLP &amp; 90% Cache</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Signed STS JWT</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TenantContext</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Routing</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(Pool / Silo / PSC)</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(Patterns A, B &amp; C + VPC-SC Boundary)</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VPC-SC Perimeter &amp; Hybrid PSC Spokes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Hub &amp; BigQuery FinOps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  Zone 1 (Ingress) → Zone 2 (5-Hop Control Plane) → Zone 3 (Patterns A/B/C + VPC-SC Boundary)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project boundary</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(ramp-portal-dev); logical separation in software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under org folder</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Ingress Hub project + Shared Pool + Dedicated Enterprise Spoke projects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agent runtime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shared Vertex AI Agent Engine worker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&amp; private GKE GPU cluster (172.16.0.2/28,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Firestore dynamic tier router dispatches Standard -&gt; Pool, Enterprise -&gt;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sanitization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/24 NAT)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access control</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sender-constrained tokens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verification + tier-scoped OBO/DPoP token forwarding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state plane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with FORCE ROW LEVEL SECURITY + namespaced L1–L5 Memory Bank</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Memory Bank encrypted by tenant Cloud KMS CMEK (HTTP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token cost reduction)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Vertex AI Provisioned Throughput or air-gapped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Baseline unit cost &amp; target tier</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tenant / month • Regulated Banking, Healthcare &amp; Public Sector (6/6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Silo (Ent) • Multi-tier SaaS with live tier upsell (4/4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and transactional AlloyDB FORCE ROW LEVEL SECURITY.</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When to Choose Pattern B (Sovereign Silo)</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Regulated banking, healthcare &amp; public-sector tenants mandating a 1:1 GCP project, VPC Service Controls, IAM PAB &amp; &lt;60s CMEK kill-switch.</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Pattern C &amp; 3-Stage Tenant Evolution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Pool &amp; 5–15% PSC Spokes (74% TCO savings) with dynamic lifecycle graduation: Stage 1 Pool -&gt; Stage 2 0ms PSC Hybrid -&gt; Stage 3 Silo.</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80/20 Unified Codebase Invariant</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 three patterns execute the identical Python ADK 2.0 5-hop pipeline (runtime_pipeline.py), parameterizing only 20% Terraform modules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2.0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2.0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and transactional AlloyDB FORCE ROW LEVEL SECURITY.</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When to Choose Pattern B (Sovereign Silo)</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Regulated banking, healthcare &amp; public-sector tenants mandating a 1:1 GCP project, VPC Service Controls, IAM PAB &amp; &lt;60s CMEK kill-switch.</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Pattern C &amp; 3-Stage Tenant Evolution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Pool &amp; 5–15% PSC Spokes (74% TCO savings) with dynamic lifecycle graduation: Stage 1 Pool -&gt; Stage 2 0ms PSC Hybrid -&gt; Stage 3 Silo.</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80/20 Unified Codebase Invariant</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 three patterns execute the identical Python ADK 2.0 5-hop pipeline (runtime_pipeline.py), parameterizing only 20% Terraform modules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ramp-portal-dev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cymbal-pooled-prod (#638420508320)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Control Plane: ramp-portal-dev (#248990048888)</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Service: cymbal-multi-tenant-patterns (Cloud Run gen2,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CLOUD LOGGING 20/20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verifying 20/20 multi-tenant isolation, 120/600 RPM bulkheads &amp; 0ms tier upgrade logs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Audit Suite: 20/20 Runtime Simulations PASS (10 + 6 + 4)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Invariants Verified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Isolation: 0 Cross-Tenant Rows or Spans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cymbal-pooled-prod (#638420508320) &amp; cymbal-build-sandbox (#887605034827).</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HOP 1–5 SIGNED STS JWT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ARD Catalog Filter</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and binds KMS-signed STS JWT TenantContext across Hops 1–5.</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ACT I METRICS VERIFIED IN PROD</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84.7% Token Savings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Act I SLAs: Valkey HTTP 429 Retry-After jitter, &lt;60s CMEK L1 flush + Day-2 recovery &amp; 90% 32k prefix cache.</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12/12 FORENSIC + 20/20 SUITE</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AlloyDB RLS Rows Leaked</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Verified by run_deep_forensic_audit.py (12/12 PASS) and 20/20 security, CMEK revocation &amp; 0ms PSC migration tests.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2.0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2.0)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Live Cloud Console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&amp; Pantheon verification captures across 3 live GCP projects.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9 Verified Cloud Console Captures • 24 Code Files</a:t>
            </a:r>
            <a:endParaRPr lang="en-US" sz="740" dirty="0"/>
          </a:p>
        </p:txBody>
      </p:sp>
      <p:sp>
        <p:nvSpPr>
          <p:cNvPr id="43"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2026-10-20T14:59:19Z</dcterms:created>
  <dcterms:modified xsi:type="dcterms:W3CDTF">2026-10-20T14:59:19Z</dcterms:modified>
</cp:coreProperties>
</file>