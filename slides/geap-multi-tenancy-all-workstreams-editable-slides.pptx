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1607515" y="5244998"/>
            <a:ext cx="164592" cy="164592"/>
          </a:xfrm>
          <a:prstGeom prst="rect">
            <a:avLst/>
          </a:prstGeom>
        </p:spPr>
      </p:pic>
      <p:sp>
        <p:nvSpPr>
          <p:cNvPr id="84" name="Text 81"/>
          <p:cNvSpPr/>
          <p:nvPr/>
        </p:nvSpPr>
        <p:spPr>
          <a:xfrm>
            <a:off x="1840687" y="5233111"/>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sp>
        <p:nvSpPr>
          <p:cNvPr id="85" name="Shape 82"/>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3902659" y="4253789"/>
            <a:ext cx="164592" cy="164592"/>
          </a:xfrm>
          <a:prstGeom prst="rect">
            <a:avLst/>
          </a:prstGeom>
        </p:spPr>
      </p:pic>
      <p:sp>
        <p:nvSpPr>
          <p:cNvPr id="87" name="Text 83"/>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14016"/>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07899"/>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535631"/>
            <a:ext cx="148133" cy="0"/>
          </a:xfrm>
          <a:prstGeom prst="line">
            <a:avLst/>
          </a:prstGeom>
          <a:noFill/>
          <a:ln w="12700">
            <a:solidFill>
              <a:srgbClr val="5F6368"/>
            </a:solidFill>
            <a:prstDash val="solid"/>
            <a:headEnd type="triangle" w="sm" len="sm"/>
          </a:ln>
        </p:spPr>
      </p:sp>
      <p:sp>
        <p:nvSpPr>
          <p:cNvPr id="95" name="Shape 90"/>
          <p:cNvSpPr/>
          <p:nvPr/>
        </p:nvSpPr>
        <p:spPr>
          <a:xfrm>
            <a:off x="2948940" y="2535631"/>
            <a:ext cx="0" cy="135331"/>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47726"/>
          </a:xfrm>
          <a:prstGeom prst="line">
            <a:avLst/>
          </a:prstGeom>
          <a:noFill/>
          <a:ln w="12700">
            <a:solidFill>
              <a:srgbClr val="5F6368"/>
            </a:solidFill>
            <a:prstDash val="solid"/>
            <a:tailEnd type="triangle" w="sm" len="sm"/>
          </a:ln>
        </p:spPr>
      </p:sp>
      <p:sp>
        <p:nvSpPr>
          <p:cNvPr id="103" name="Shape 98"/>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26280"/>
            <a:ext cx="0" cy="157277"/>
          </a:xfrm>
          <a:prstGeom prst="line">
            <a:avLst/>
          </a:prstGeom>
          <a:noFill/>
          <a:ln w="12700">
            <a:solidFill>
              <a:srgbClr val="5F6368"/>
            </a:solidFill>
            <a:prstDash val="solid"/>
            <a:tailEnd type="triangle" w="sm" len="sm"/>
          </a:ln>
        </p:spPr>
      </p:sp>
      <p:sp>
        <p:nvSpPr>
          <p:cNvPr id="106" name="Shape 101"/>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0" name="Text 135"/>
          <p:cNvSpPr/>
          <p:nvPr/>
        </p:nvSpPr>
        <p:spPr>
          <a:xfrm>
            <a:off x="2954426" y="4205326"/>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3" name="Text 137"/>
          <p:cNvSpPr/>
          <p:nvPr/>
        </p:nvSpPr>
        <p:spPr>
          <a:xfrm>
            <a:off x="2954426" y="4691786"/>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56" name="Text 139"/>
          <p:cNvSpPr/>
          <p:nvPr/>
        </p:nvSpPr>
        <p:spPr>
          <a:xfrm>
            <a:off x="1793138" y="4205326"/>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59" name="Text 141"/>
          <p:cNvSpPr/>
          <p:nvPr/>
        </p:nvSpPr>
        <p:spPr>
          <a:xfrm>
            <a:off x="1793138" y="4691786"/>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30852"/>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34686"/>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682996"/>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29938"/>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39082"/>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3377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04291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06486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59936"/>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59936"/>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59936"/>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52798"/>
            <a:ext cx="0" cy="61265"/>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66030"/>
            <a:ext cx="0" cy="60350"/>
          </a:xfrm>
          <a:prstGeom prst="line">
            <a:avLst/>
          </a:prstGeom>
          <a:noFill/>
          <a:ln w="12700">
            <a:solidFill>
              <a:srgbClr val="5F6368"/>
            </a:solidFill>
            <a:prstDash val="solid"/>
            <a:tailEnd type="triangle" w="sm" len="sm"/>
          </a:ln>
        </p:spPr>
      </p:sp>
      <p:sp>
        <p:nvSpPr>
          <p:cNvPr id="90" name="Shape 87"/>
          <p:cNvSpPr/>
          <p:nvPr/>
        </p:nvSpPr>
        <p:spPr>
          <a:xfrm>
            <a:off x="2175358" y="3700577"/>
            <a:ext cx="0" cy="200254"/>
          </a:xfrm>
          <a:prstGeom prst="line">
            <a:avLst/>
          </a:prstGeom>
          <a:noFill/>
          <a:ln w="12700">
            <a:solidFill>
              <a:srgbClr val="5F6368"/>
            </a:solidFill>
            <a:prstDash val="solid"/>
            <a:tailEnd type="triangle" w="sm" len="sm"/>
          </a:ln>
        </p:spPr>
      </p:sp>
      <p:sp>
        <p:nvSpPr>
          <p:cNvPr id="91" name="Shape 88"/>
          <p:cNvSpPr/>
          <p:nvPr/>
        </p:nvSpPr>
        <p:spPr>
          <a:xfrm>
            <a:off x="3261665" y="4552798"/>
            <a:ext cx="0" cy="61265"/>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66030"/>
            <a:ext cx="0" cy="60350"/>
          </a:xfrm>
          <a:prstGeom prst="line">
            <a:avLst/>
          </a:prstGeom>
          <a:noFill/>
          <a:ln w="12700">
            <a:solidFill>
              <a:srgbClr val="5F6368"/>
            </a:solidFill>
            <a:prstDash val="solid"/>
            <a:tailEnd type="triangle" w="sm" len="sm"/>
          </a:ln>
        </p:spPr>
      </p:sp>
      <p:sp>
        <p:nvSpPr>
          <p:cNvPr id="94" name="Shape 91"/>
          <p:cNvSpPr/>
          <p:nvPr/>
        </p:nvSpPr>
        <p:spPr>
          <a:xfrm>
            <a:off x="3739896" y="3700577"/>
            <a:ext cx="0" cy="200254"/>
          </a:xfrm>
          <a:prstGeom prst="line">
            <a:avLst/>
          </a:prstGeom>
          <a:noFill/>
          <a:ln w="12700">
            <a:solidFill>
              <a:srgbClr val="5F6368"/>
            </a:solidFill>
            <a:prstDash val="solid"/>
            <a:tailEnd type="triangle" w="sm" len="sm"/>
          </a:ln>
        </p:spPr>
      </p:sp>
      <p:sp>
        <p:nvSpPr>
          <p:cNvPr id="95" name="Shape 92"/>
          <p:cNvSpPr/>
          <p:nvPr/>
        </p:nvSpPr>
        <p:spPr>
          <a:xfrm>
            <a:off x="4826203" y="4552798"/>
            <a:ext cx="0" cy="61265"/>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66030"/>
            <a:ext cx="0" cy="60350"/>
          </a:xfrm>
          <a:prstGeom prst="line">
            <a:avLst/>
          </a:prstGeom>
          <a:noFill/>
          <a:ln w="12700">
            <a:solidFill>
              <a:srgbClr val="5F6368"/>
            </a:solidFill>
            <a:prstDash val="solid"/>
            <a:tailEnd type="triangle" w="sm" len="sm"/>
          </a:ln>
        </p:spPr>
      </p:sp>
      <p:sp>
        <p:nvSpPr>
          <p:cNvPr id="98" name="Shape 95"/>
          <p:cNvSpPr/>
          <p:nvPr/>
        </p:nvSpPr>
        <p:spPr>
          <a:xfrm>
            <a:off x="5304434" y="3700577"/>
            <a:ext cx="0" cy="200254"/>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40457" y="2710282"/>
            <a:ext cx="243230" cy="0"/>
          </a:xfrm>
          <a:prstGeom prst="line">
            <a:avLst/>
          </a:prstGeom>
          <a:noFill/>
          <a:ln w="12700">
            <a:solidFill>
              <a:srgbClr val="5F6368"/>
            </a:solidFill>
            <a:prstDash val="solid"/>
            <a:tailEnd type="triangle" w="sm" len="sm"/>
          </a:ln>
        </p:spPr>
      </p:sp>
      <p:sp>
        <p:nvSpPr>
          <p:cNvPr id="102" name="Shape 99"/>
          <p:cNvSpPr/>
          <p:nvPr/>
        </p:nvSpPr>
        <p:spPr>
          <a:xfrm>
            <a:off x="2175358" y="2926994"/>
            <a:ext cx="0" cy="651967"/>
          </a:xfrm>
          <a:prstGeom prst="line">
            <a:avLst/>
          </a:prstGeom>
          <a:noFill/>
          <a:ln w="12700">
            <a:solidFill>
              <a:srgbClr val="5F6368"/>
            </a:solidFill>
            <a:prstDash val="solid"/>
            <a:tailEnd type="triangle" w="sm" len="sm"/>
          </a:ln>
        </p:spPr>
      </p:sp>
      <p:sp>
        <p:nvSpPr>
          <p:cNvPr id="103" name="Shape 100"/>
          <p:cNvSpPr/>
          <p:nvPr/>
        </p:nvSpPr>
        <p:spPr>
          <a:xfrm>
            <a:off x="3288182" y="2926994"/>
            <a:ext cx="0" cy="651967"/>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95098"/>
          </a:xfrm>
          <a:prstGeom prst="line">
            <a:avLst/>
          </a:prstGeom>
          <a:noFill/>
          <a:ln w="12700">
            <a:solidFill>
              <a:srgbClr val="5F6368"/>
            </a:solidFill>
            <a:prstDash val="solid"/>
            <a:tailEnd type="triangle" w="sm" len="sm"/>
          </a:ln>
        </p:spPr>
      </p:sp>
      <p:sp>
        <p:nvSpPr>
          <p:cNvPr id="107" name="Shape 104"/>
          <p:cNvSpPr/>
          <p:nvPr/>
        </p:nvSpPr>
        <p:spPr>
          <a:xfrm>
            <a:off x="5869534" y="3327502"/>
            <a:ext cx="0" cy="251460"/>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12" name="Text 108"/>
          <p:cNvSpPr/>
          <p:nvPr/>
        </p:nvSpPr>
        <p:spPr>
          <a:xfrm>
            <a:off x="1436522" y="3578962"/>
            <a:ext cx="4607662"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83687" y="2492654"/>
            <a:ext cx="1207922"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83687" y="2492654"/>
            <a:ext cx="1207922"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583741" y="2492654"/>
            <a:ext cx="1155802"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583741" y="2492654"/>
            <a:ext cx="1155802"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22" name="Text 116"/>
          <p:cNvSpPr/>
          <p:nvPr/>
        </p:nvSpPr>
        <p:spPr>
          <a:xfrm>
            <a:off x="1741018"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25" name="Text 118"/>
          <p:cNvSpPr/>
          <p:nvPr/>
        </p:nvSpPr>
        <p:spPr>
          <a:xfrm>
            <a:off x="1741018"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28" name="Text 120"/>
          <p:cNvSpPr/>
          <p:nvPr/>
        </p:nvSpPr>
        <p:spPr>
          <a:xfrm>
            <a:off x="1741018"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1" name="Text 122"/>
          <p:cNvSpPr/>
          <p:nvPr/>
        </p:nvSpPr>
        <p:spPr>
          <a:xfrm>
            <a:off x="1741018"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34" name="Text 124"/>
          <p:cNvSpPr/>
          <p:nvPr/>
        </p:nvSpPr>
        <p:spPr>
          <a:xfrm>
            <a:off x="3305556"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37" name="Text 126"/>
          <p:cNvSpPr/>
          <p:nvPr/>
        </p:nvSpPr>
        <p:spPr>
          <a:xfrm>
            <a:off x="3305556"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0" name="Text 128"/>
          <p:cNvSpPr/>
          <p:nvPr/>
        </p:nvSpPr>
        <p:spPr>
          <a:xfrm>
            <a:off x="3305556"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 savings</a:t>
            </a:r>
            <a:endParaRPr lang="en-US" sz="500" dirty="0"/>
          </a:p>
        </p:txBody>
      </p:sp>
      <p:sp>
        <p:nvSpPr>
          <p:cNvPr id="141" name="Shape 129"/>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43" name="Text 130"/>
          <p:cNvSpPr/>
          <p:nvPr/>
        </p:nvSpPr>
        <p:spPr>
          <a:xfrm>
            <a:off x="3305556"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46" name="Text 132"/>
          <p:cNvSpPr/>
          <p:nvPr/>
        </p:nvSpPr>
        <p:spPr>
          <a:xfrm>
            <a:off x="4870094"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49" name="Text 134"/>
          <p:cNvSpPr/>
          <p:nvPr/>
        </p:nvSpPr>
        <p:spPr>
          <a:xfrm>
            <a:off x="4870094"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52" name="Text 136"/>
          <p:cNvSpPr/>
          <p:nvPr/>
        </p:nvSpPr>
        <p:spPr>
          <a:xfrm>
            <a:off x="4870094"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55" name="Text 138"/>
          <p:cNvSpPr/>
          <p:nvPr/>
        </p:nvSpPr>
        <p:spPr>
          <a:xfrm>
            <a:off x="4870094"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09721"/>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09721"/>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09721"/>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500323"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49040" y="1148486"/>
            <a:ext cx="555955"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767328" y="1157630"/>
            <a:ext cx="519379"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76148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77977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(13/13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13/13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Google Cloud Console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2026-10-30T04:40:53Z</dcterms:created>
  <dcterms:modified xsi:type="dcterms:W3CDTF">2026-10-30T04:40:53Z</dcterms:modified>
</cp:coreProperties>
</file>