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Cloud Multi-Tenant Agentic AI: Pooled, Sovereign Silos &amp; Hybrid — Complete Program Deck
Cohesive 5-Workstream Executive Program Deck: Reference Taxonomy (WS1), Pooled Pattern A (WS2), Sovereign Silos Pattern B (WS3), Hybrid PSC Pattern C (WS4) &amp; Decision Guide (WS5)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 Cohesive Architecture Progression
• Workstream 1 Reference Taxonomy: Defines Pattern A (Pooled), Pattern B (Sovereign Silos), and Pattern C (Dynamic Hybrid) built on one 80% reusable 5-hop ADK 2.0 security codebase.
• Workstream 2 Pattern A Pooled: Serves hundreds of commercial tenants inside one shared Google Cloud project with 90% shared prefix cache savings and 10/10 red-team attacks blocked.
• Workstream 3 Pattern B Sovereign Silos: Gives regulated banking and healthcare enterprises a dedicated GCP project, VPC Service Controls perimeter, IAM PAB, and &lt;60s CMEK kill-switch.
• Workstream 4 Pattern C Dynamic Hybrid: Routes Standard tenants to the shared pool and Enterprise tenants over Private Service Connect with zero-downtime live tier upgrades (4/4 PASS).
• Workstream 5 Executive Decision Guide: Provides a 2-question topology selector, Well-Architected comparison matrix, 1,000-tenant FinOps TCO model, and 10-week rollout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ACT III: UNIDIRECTIONAL PRIVATE SERVICE CONNECT &amp; LIVE CUTOVER LOOP: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5-Workstream Google Cloud Architecture Center Program Deck — 100% Native Editable Shapes &amp; Verified Live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PROGRAM DECK • WORKSTREAMS 1–5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AI: Pooled, Sovereign Silos &amp; Hybrid — Complete Program Deck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Cohesive 5-Workstream Executive Program Deck: Reference Taxonomy (WS1), Pooled Pattern A (WS2), Sovereign Silos Pattern B (WS3), Hybrid PSC Pattern C (WS4) &amp; Decision Guide (WS5)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#78 Blueprint, Zones &amp; Request Flow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Unveils the 56-shape Google Cloud Architecture Center (#78) diagram, decomposes 3 trust zones, transforms OBO/DPoP wire payloads &amp; traces 5-actor UML.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5-WORKSTREAM PROGRAM ARCHITECTURE PROGRESSION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Per-Tenant GCP Project • VPC-SC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Vault • &lt;60s HTTP 423 Kill-Switch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ALB • Firestore Tier Router •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0ms Lag Live Tier Migration • 0 Dropped Active Sessions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Executive Decision Guide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 2-question topology selector, Well-Architected comparison matrix, 1,000-tenant FinOps TCO model, and 10-week rollout roadmap.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Registry • ARD Visibility Proxy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Cross-Tenant Agent &amp; MCP Discovery (HTTP 403)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2: Agent Registry Filter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46497" y="3365906"/>
            <a:ext cx="747065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64785" y="3375050"/>
            <a:ext cx="7104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28570" y="5468112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46858" y="5477256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30698" y="4833518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48986" y="4842662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85846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94990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6876" y="2094890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5164" y="2104034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ACT III: UNIDIRECTIONAL PRIVATE SERVICE CONNECT &amp; LIVE CUTOVER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(/28 NAT) &amp;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Phase 1: SHADOW_SYNC Backfill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dedicated PSC spoke via Terraform 4.6 and dual-writes live Memory Bank and AlloyDB state without pausing active turns.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2: CMEK Re-Key &amp; Checksum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Re-encrypts tenant records under customer-managed Cloud KMS CMEK and verifies 100% SHA-256 row &amp; vector checksum parity.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3: 0ms Atomic Firestore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Flips the Hub tier-routing pointer atomically to the spoke Private Service Connect endpoint (10.10.0.50) with 0 dropped sessions.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4: Shared Pool Tombstone Purge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Drains in-flight pooled connections and executes cryptographic tombstone deletion of legacy rows in the shared Pattern A database.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10-Week Phased Production Rollout Across Patterns A, B &amp; C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(#78 Hub &amp; Spoke)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Hub-and-Spoke Control Plane Across Three Tenant Isolation Tiers.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Five Sequential Policy Enforcement Points (Hops 1–5) Eliminate Cross-Tenant Bleed.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4590288"/>
            <a:ext cx="2718511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21208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3-Act Executive Deck Structure</a:t>
            </a:r>
            <a:endParaRPr lang="en-US" sz="920" dirty="0"/>
          </a:p>
        </p:txBody>
      </p:sp>
      <p:sp>
        <p:nvSpPr>
          <p:cNvPr id="22" name="Text 19"/>
          <p:cNvSpPr/>
          <p:nvPr/>
        </p:nvSpPr>
        <p:spPr>
          <a:xfrm>
            <a:off x="521208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workstream deck weaves Act I (Thesis &amp; #78 Blueprint), Act II (3-Zone, Payload, UML &amp; State Loops), and Act III (Matrices, Live Proof &amp; Roadmap).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539496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3294583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94583" y="4590288"/>
            <a:ext cx="2718511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3404311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3404311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 and 90% shared prefix caching.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3422599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3477463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6178601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78601" y="4590288"/>
            <a:ext cx="2718511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6288329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(#78)</a:t>
            </a:r>
            <a:endParaRPr lang="en-US" sz="920" dirty="0"/>
          </a:p>
        </p:txBody>
      </p:sp>
      <p:sp>
        <p:nvSpPr>
          <p:cNvPr id="34" name="Text 31"/>
          <p:cNvSpPr/>
          <p:nvPr/>
        </p:nvSpPr>
        <p:spPr>
          <a:xfrm>
            <a:off x="6288329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for Pooled, Siloed, and Hybrid SaaS.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6306617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361481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9061704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061704" y="4590288"/>
            <a:ext cx="2718511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9" name="Text 36"/>
          <p:cNvSpPr/>
          <p:nvPr/>
        </p:nvSpPr>
        <p:spPr>
          <a:xfrm>
            <a:off x="9171432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Grounded Live Cloud Console Proof</a:t>
            </a:r>
            <a:endParaRPr lang="en-US" sz="920" dirty="0"/>
          </a:p>
        </p:txBody>
      </p:sp>
      <p:sp>
        <p:nvSpPr>
          <p:cNvPr id="40" name="Text 37"/>
          <p:cNvSpPr/>
          <p:nvPr/>
        </p:nvSpPr>
        <p:spPr>
          <a:xfrm>
            <a:off x="9171432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Pairs 100% native editable vector shapes with authentic Google Cloud Console &amp; Pantheon verification captures across 3 live GCP projects.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9189720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6F4EA"/>
          </a:solidFill>
          <a:ln/>
        </p:spPr>
      </p:sp>
      <p:sp>
        <p:nvSpPr>
          <p:cNvPr id="42" name="Text 39"/>
          <p:cNvSpPr/>
          <p:nvPr/>
        </p:nvSpPr>
        <p:spPr>
          <a:xfrm>
            <a:off x="9244584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Verified Cloud Console Captures • 24 Code Files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Multi-Tenant Agentic AI: Pooled, Sovereign Silos &amp; Hybrid — Complete Program Deck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2026-10-19T06:46:37Z</dcterms:created>
  <dcterms:modified xsi:type="dcterms:W3CDTF">2026-10-19T06:46:37Z</dcterms:modified>
</cp:coreProperties>
</file>