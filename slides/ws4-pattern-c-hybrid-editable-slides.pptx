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 Application Load Balancer URL.</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Cryptographic Tier Lookup &amp; Dispatch</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3</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-&gt; L2 Figure 1 -&gt; L3 Cutover -&gt;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-&gt; ATOMIC_CUTOVER -&gt;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-&gt; ATOMIC_CUTOVER -&gt;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AGENT ENGINE &amp; 10-SAAS HYBRID PSC</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Vertex AI Agent Engine routing table for zero-downtime Standard → Enterprise PSC &amp; 10-SaaS cutover</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Registry: Vertex AI Agent Engine (tier routing table)</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TCO SAVINGS &amp; 10-SAAS PSC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950 Pooled + 50 PSC Spokes &amp; 10/10 Hybrid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+ 50 Enterprise tenants (74% TCO reduction) and passes 10/10 Pattern C Inter-Cloud AWS AgentCore MCP PSC flows.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2026-10-27T13:57:45Z</dcterms:created>
  <dcterms:modified xsi:type="dcterms:W3CDTF">2026-10-27T13:57:45Z</dcterms:modified>
</cp:coreProperties>
</file>