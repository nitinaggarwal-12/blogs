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Hybrid: One Control Plane, Pooled &amp; Sovereign Tiers, Live Upgrades
Tenant-aware hub routing Standard to a shared pool and Enterprise over Private Service Connect to CMEK spokes, with 0-dropped-turn upgrades
Series: Multi-Tenant Agentic AI on Google Cloud • Gemini Enterprise Agent Platform (GEAP)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Tiered SaaS needs Pattern A economics for Standard and Pattern B sovereignty for Enterprise — Pattern C serves both behind one SaaS URL.
• Unified Hybrid Control Hub (cymbal-hybrid-hub-prod): Cloud Armor/IAP, Cloud Run Router, Firestore Route Table, Cross-Project ARD Federated GEAP Registry.
• RetailStream (Standard) runs in the Shared Pooled Runtime at a 4,000 thinking cap; FinVault (Enterprise) is reached over PSC at psc://10.10.0.50.
• 3-Phase engine (SHADOW_SYNC → ATOMIC_CUTOVER → DRAIN_AND_VERIFY) promotes RetailStream to its own CMEK PSC spoke on the same live session.
• 4.5 suite verifies 4/4 PASS: 0 ms replication lag, 0 dropped sessions, 8,000 budget unclamped, rs-agent-cmek bound, zero global state bleed.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Tiered SaaS Needs Both Pooled and Sovereign
• RetailStream Corp: Microsoft Entra ID, shared Diagnostic Agent only, 4,000 thinking cap, shared AlloyDB RLS, SharePoint/ServiceNow via inline 3LO.
• FinVault Bank: Google Workspace OIDC, private Agent Alpha (Claude Sonnet), 8,000 budget, CMEK AlloyDB in a VPC-SC spoke, Workspace/Jira via 3LO.
• Neither pure pattern fits both rows; two disconnected stacks double the control plane and turn tier upgrades into maintenance windows.
• 4.4 triage: if you sell Standard on shared infra plus Enterprise with dedicated data spokes and custom agents, deploy Pattern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Hub-and-Spoke Control Plane
• Single project cymbal-hybrid-hub-prod owns the public URL, External Application Load Balancer, Cloud Armor and IAP for both tiers.
• Cloud Run Router resolves the Hop 1 verified tenant_id against the Firestore Route Table: PATTERN_C_HYBRID_POOL or PATTERN_C_HYBRID_PSC_SPOKE.
• Standard route pool://cymbal-shared-pooled-runtime-v2; Enterprise route psc://10.10.0.50/.../finvault-agent-spoke-psc.
• PSC producer ServiceAttachment uses ACCEPT_MANUAL with a hub-only accept list; spokes reuse 10.40.0.0/20 and cannot reach back into the hub.
• Cross-Project ARD Federated GEAP Registry surfaces Agent Alpha to FinVault while returning 403 Forbidden to RetailStream.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5-Hop Chain in Pattern C
• Hop 1 strips forged X-Tenant-ID headers, verifies IdP JWT, mints RFC 8693 OBO + DPoP context — the only input to routing.
• Hop 2 federates spoke agent cards into the hub PDP and prunes tools via ADK 2.0 before_agent_callback.
• Hop 3 enforces 4,000 vs 8,000 budgets and Redis bulkheads from an instance-scoped tenant_profiles dict — never global TENANT_PROFILES.
• Hop 4 runs Shared Model Armor Multi-Tenant Prompt &amp; SDP in the pool and Spoke Model Armor Dedicated Spoke DLP &amp; NLC in each spoke.
• Hop 5 binds SET LOCAL app.current_tenant for AlloyDB RLS, brokers 2LO/3LO tokens, and emits OTel audit traces to BigQuery.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Zero-Downtime Live Tier Upgrade (Standard → Enterprise)
• TEST 1A/1B: RetailStream clamped to 4,000 in the pool; FinVault gets 8,000 over PSC on sess-fv-hybrid-01.
• SHADOW_SYNC: Terraform provisions cymbal-retailstream-spoke-prod, CMEK key and PSC attachment; RLS rows replicate to 0 ms lag.
• ATOMIC_CUTOVER: one replace() profile write flips tier, 8,000 budget, redis_rpm_limit 600, CMEK and route to psc://10.10.0.51.
• DRAIN_AND_VERIFY: in-flight pooled turns finish; dropped_sessions == 0; status MIGRATION_COMPLETE.
• TEST 3: same sess-rs-live-upgrade-01 and DPoP key now ENTERPRISE, unclamped 8,000, rs-agent-cmek bound.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Collaboration, Terraform Blueprint &amp; Codelab
• 4.4 aligned Cross-Project Registry, PSC Spoke Bridge and Live Tier Migration with product engineering plus a GA Field Enablement Playbook.
• 4.6 main.tf: hub VPC/subnet 10.10.0.0/20, spoke PSC NAT subnet 10.40.240.0/24, service attachment, 10.10.0.50 consumer endpoint.
• 90-minute L400 Master Codelab: router, PSC wiring, SHADOW_SYNC + ATOMIC_CUTOVER, DRAIN_AND_VERIFY session continuity.
• go/demos slug geap-multi-tenant-pattern-c-hybrid with a 5-minute video script ending on ALL 4 PATTERN C TESTS PASSED.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FinOps &amp; SLA Outcomes
• Pooled tier keeps up to 90% COGS savings from shared ContextCacheConfig; enterprise spokes get dedicated quotas with zero noisy neighbours.
• Budgets, rate limits and CMEK live in one instance-scoped profile and flip atomically — no half-migrated state.
• Unidirectional PSC limits blast radius: the hub initiates, the spoke never connects back.
• Standard → Enterprise becomes a same-day product action with no URL change and no re-authentication.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Milestone 3 (Weeks 7–10) • Unified Control Plane Routing Standard to Shared Pool &amp; Enterprise to PSC Spokes (0 Dropped Turns)
• Start at the actor: Standard &amp; Enterprise Single Unified SaaS URL — one hostname for both tiers, step 1 Request in, step 7 Response out.
• Routing hub: Cloud Armor &amp; IAP + OBO/DPoP, Cross-Project ARD Federated GEAP Registry, Firestore Route Table, ALB, Cloud Run Router.
• Governance hub: 3-Phase Zero-Downtime Tier Migration Engine — SHADOW_SYNC (0ms Lag Copy), ATOMIC_CUTOVER, DRAIN_AND_VERIFY (4/4 PASS).
• Trunk badge 3 'Route Standard to Pool or Enterprise via PSC' fans out; badge 7 'Seamless response (0 dropped sessions)' returns.
• Left spoke: Shared Pooled Runtime with Gemini 2.5 Pro 4,000 Thinking Cap + Cache and Shared AlloyDB RLS that Streams State to PSC Spoke.
• Right spoke: Dedicated Enterprise PSC Spokes, Unidirectional PSC Bridge, CMEK Spoke AlloyDB; dashed Live promotion: Pool -&gt; PSC Spoke.
Editable source: diagrams/ws4-pattern-c-hybrid-psc-and-migration.drawio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Milestone 3 (Weeks 7–10) • Unified Control Plane Routing Standard to Shared Pool &amp; Enterprise to PSC Spokes (0 Dropped Turns)
• Start at the actor: Standard &amp; Enterprise Single Unified SaaS URL — one hostname for both tiers, step 1 Request in, step 7 Response out.
• Routing hub: Cloud Armor &amp; IAP + OBO/DPoP, Cross-Project ARD Federated GEAP Registry, Firestore Route Table, ALB, Cloud Run Router.
• Governance hub: 3-Phase Zero-Downtime Tier Migration Engine — SHADOW_SYNC (0ms Lag Copy), ATOMIC_CUTOVER, DRAIN_AND_VERIFY (4/4 PASS).
• Trunk badge 3 'Route Standard to Pool or Enterprise via PSC' fans out; badge 7 'Seamless response (0 dropped sessions)' returns.
• Left spoke: Shared Pooled Runtime with Gemini 2.5 Pro 4,000 Thinking Cap + Cache and Shared AlloyDB RLS that Streams State to PSC Spoke.
• Right spoke: Dedicated Enterprise PSC Spokes, Unidirectional PSC Bridge, CMEK Spoke AlloyDB; dashed Live promotion: Pool -&gt; PSC Spoke.
Editable source: diagrams/ws4-pattern-c-hybrid-psc-and-migration.drawio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Pattern C: Dynamic Hybrid Hub-and-Spoke, Private Service Connect &amp; Live Tier Migration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C Demo Environment: Central Ingress Hub, Shared Pool &amp; PSC Service Attachment Spokes
Provisioning Topology • cymbal-hybrid-hub-prod Consumer Endpoints (10.10.0.50/.51) → Producer ServiceAttachments in Tenant Spokes (us-central1)
• One hub project (cymbal-hybrid-hub-prod, cymbal-hub-vpc / cymbal-hub-subnet) fronts both tiers behind a single Global ALB + Cloud Armor + IAP URL.
• The Firestore routing table and cross-project GEAP registry decide per tenant: Standard → pool://cymbal-shared-pooled-runtime-v2, Enterprise → psc://.
• Producer side lives in the tenant spoke: a 10.40.240.0/24 PSC NAT subnet plus finvault-agent-spoke-psc (ACCEPT_MANUAL, accept-list hub project = 10).
• Consumer side lives in the hub: reserve psc-endpoint-finvault-ip (10.10.0.50) and bind psc-consumer-finvault to the spoke's ServiceAttachment URI.
• PSC is NAT-based, so every spoke may reuse 10.40.0.0/20 with no CIDR overlap, and exposure is unidirectional — spokes cannot reach back into the hub VPC.
• Step 7 closes the loop: run_tier_migration_suite.py verifies hybrid routing and the live tier upgrade locally before any customer traffic hits the demo.
Editable source: diagrams/ws4-hub-and-spoke-demo-env-setup-topology.drawio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C Demo Environment: Central Ingress Hub, Shared Pool &amp; PSC Service Attachment Spokes
Provisioning Topology • cymbal-hybrid-hub-prod Consumer Endpoints (10.10.0.50/.51) → Producer ServiceAttachments in Tenant Spokes (us-central1)
• One hub project (cymbal-hybrid-hub-prod, cymbal-hub-vpc / cymbal-hub-subnet) fronts both tiers behind a single Global ALB + Cloud Armor + IAP URL.
• The Firestore routing table and cross-project GEAP registry decide per tenant: Standard → pool://cymbal-shared-pooled-runtime-v2, Enterprise → psc://.
• Producer side lives in the tenant spoke: a 10.40.240.0/24 PSC NAT subnet plus finvault-agent-spoke-psc (ACCEPT_MANUAL, accept-list hub project = 10).
• Consumer side lives in the hub: reserve psc-endpoint-finvault-ip (10.10.0.50) and bind psc-consumer-finvault to the spoke's ServiceAttachment URI.
• PSC is NAT-based, so every spoke may reuse 10.40.0.0/20 with no CIDR overlap, and exposure is unidirectional — spokes cannot reach back into the hub VPC.
• Step 7 closes the loop: run_tier_migration_suite.py verifies hybrid routing and the live tier upgrade locally before any customer traffic hits the demo.
Editable source: diagrams/ws4-hub-and-spoke-demo-env-setup-topology.drawio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Pattern C Demo Environment: Central Ingress Hub, Shared Pool &amp; PSC Service Attachment Spokes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Zero-Downtime Tier Upgrade Test Sequence: SHADOW_SYNC → ATOMIC_CUTOVER → DRAIN_AND_VERIFY (4/4 PASS)
run_tier_migration_suite.py • Promotes retailstream Mid-Session from pool:// (4,000 cap) to psc://10.10.0.51 (8,000 budget + CMEK) with dropped_sessions == 0
• run_tier_migration_suite.py drives PatternCHybridRouterAndMigrator through 4 assertions-backed tests; nothing mutates the global TENANT_PROFILES.
• TEST 1A/1B fix the baseline: retailstream → PATTERN_C_HYBRID_POOL clamped to 4,000 tokens; finvault → PATTERN_C_HYBRID_PSC_SPOKE over psc:// with 8,000.
• TEST 2 runs the 3-phase engine: SHADOW_SYNC (replication_lag_ms == 0, PSC_CONNECTION_ACCEPTED) → ATOMIC_CUTOVER → DRAIN_AND_VERIFY (dropped_sessions == 0).
• The cutover flips routing_table['retailstream'] to tier ENTERPRISE, budget 8,000, target psc://10.10.0.51/... and state UPGRADED_ZERO_DOWNTIME_SPOKE.
• TEST 3 reuses the same session_id (sess-rs-live-upgrade-01) and asserts PSC routing, thinking_budget_clamped is False, and rs-agent-cmek in cmek_key_uri.
• Left spoke = the pooled source rows stream from; right spoke = cymbal-retailstream-spoke-prod, the CMEK target that status MIGRATION_COMPLETE confirms.
Editable source: diagrams/ws4-zero-downtime-tier-upgrade-sequence.drawio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Zero-Downtime Tier Upgrade Test Sequence: SHADOW_SYNC → ATOMIC_CUTOVER → DRAIN_AND_VERIFY (4/4 PASS)
run_tier_migration_suite.py • Promotes retailstream Mid-Session from pool:// (4,000 cap) to psc://10.10.0.51 (8,000 budget + CMEK) with dropped_sessions == 0
• run_tier_migration_suite.py drives PatternCHybridRouterAndMigrator through 4 assertions-backed tests; nothing mutates the global TENANT_PROFILES.
• TEST 1A/1B fix the baseline: retailstream → PATTERN_C_HYBRID_POOL clamped to 4,000 tokens; finvault → PATTERN_C_HYBRID_PSC_SPOKE over psc:// with 8,000.
• TEST 2 runs the 3-phase engine: SHADOW_SYNC (replication_lag_ms == 0, PSC_CONNECTION_ACCEPTED) → ATOMIC_CUTOVER → DRAIN_AND_VERIFY (dropped_sessions == 0).
• The cutover flips routing_table['retailstream'] to tier ENTERPRISE, budget 8,000, target psc://10.10.0.51/... and state UPGRADED_ZERO_DOWNTIME_SPOKE.
• TEST 3 reuses the same session_id (sess-rs-live-upgrade-01) and asserts PSC routing, thinking_budget_clamped is False, and rs-agent-cmek in cmek_key_uri.
• Left spoke = the pooled source rows stream from; right spoke = cymbal-retailstream-spoke-prod, the CMEK target that status MIGRATION_COMPLETE confirms.
Editable source: diagrams/ws4-zero-downtime-tier-upgrade-sequence.drawio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component inventory for Zero-Downtime Tier Upgrade Test Sequence: SHADOW_SYNC → ATOMIC_CUTOVER → DRAIN_AND_VERIFY (4/4 PASS)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— Terraform Hybrid PSC Blueprint Resource Graph: Hub VPC → Consumer PSC Endpoint → Producer ServiceAttachment in Enterprise Spoke
main.tf (google &gt;= 5.30.0, terraform &gt;= 1.5.0) • Dual Provider Aliases google.hub / google.spoke • Outputs psc_service_attachment_uri &amp; hub_psc_consumer_ip
• main.tf pins terraform &gt;= 1.5.0 and hashicorp/google &gt;= 5.30.0, then declares two provider aliases — google.hub and google.spoke — fed by five variables.
• Hub side: google_compute_network.cymbal_hub_vpc (cymbal-hybrid-hub-vpc) and cymbal_hub_subnet at 10.10.0.0/20 with private Google access enabled.
• Spoke side: enterprise_spoke_vpc, a 10.40.240.0/24 PRIVATE_SERVICE_CONNECT NAT subnet, and ${tenant}-agent-spoke-psc with ACCEPT_MANUAL and connection_limit 20.
• The consumer bridge is two resources: google_compute_address.hub_psc_consumer_ip (10.10.0.50) and google_compute_forwarding_rule.hub_psc_consumer_endpoint.
• Two outputs — psc_service_attachment_uri and hub_psc_consumer_ip — feed the 4.3 router's Firestore route table; those hub consumers are not resources here.
• tfvars example targets cymbal-hybrid-hub-prod ↔ cymbal-finvault-silo-prod with finvault-spoke-ilb as target_service; README quickstart is init → plan → apply.
Editable source: diagrams/ws4-terraform-hybrid-psc-blueprint-resource-graph.drawio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— Terraform Hybrid PSC Blueprint Resource Graph: Hub VPC → Consumer PSC Endpoint → Producer ServiceAttachment in Enterprise Spoke
main.tf (google &gt;= 5.30.0, terraform &gt;= 1.5.0) • Dual Provider Aliases google.hub / google.spoke • Outputs psc_service_attachment_uri &amp; hub_psc_consumer_ip
• main.tf pins terraform &gt;= 1.5.0 and hashicorp/google &gt;= 5.30.0, then declares two provider aliases — google.hub and google.spoke — fed by five variables.
• Hub side: google_compute_network.cymbal_hub_vpc (cymbal-hybrid-hub-vpc) and cymbal_hub_subnet at 10.10.0.0/20 with private Google access enabled.
• Spoke side: enterprise_spoke_vpc, a 10.40.240.0/24 PRIVATE_SERVICE_CONNECT NAT subnet, and ${tenant}-agent-spoke-psc with ACCEPT_MANUAL and connection_limit 20.
• The consumer bridge is two resources: google_compute_address.hub_psc_consumer_ip (10.10.0.50) and google_compute_forwarding_rule.hub_psc_consumer_endpoint.
• Two outputs — psc_service_attachment_uri and hub_psc_consumer_ip — feed the 4.3 router's Firestore route table; those hub consumers are not resources here.
• tfvars example targets cymbal-hybrid-hub-prod ↔ cymbal-finvault-silo-prod with finvault-spoke-ilb as target_service; README quickstart is init → plan → apply.
Editable source: diagrams/ws4-terraform-hybrid-psc-blueprint-resource-graph.drawio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component inventory for Terraform Hybrid PSC Blueprint Resource Graph: Hub VPC → Consumer PSC Endpoint → Producer ServiceAttachment in Enterprise Spoke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Pattern C routes isolation instead of duplicating it: one control plane, one URL, two execution tiers.
• Routing is keyed only on the Hop 1 cryptographic tenant_id — a client header can never claim Enterprise tier.
• Instance-scoped profile mutation makes the live upgrade safe: zero global state bleed across tenants or test runs.
• Private Service Connect removes CIDR overlap and VPC-peering limits while keeping spokes unidirectional and VPC-SC compatible.
• The migration is measurable: 0 ms lag, 0 dropped sessions, same session id, 4/4 suite gates passing.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the 4.6 Terraform PSC blueprint, run the 4.5 zero-downtime upgrade suite, then continue to Workstream 5 for the decision guide and capstone.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image" Target="../media/image-13-18.png"/><Relationship Id="rId19" Type="http://schemas.openxmlformats.org/officeDocument/2006/relationships/image" Target="../media/image-13-19.png"/><Relationship Id="rId20" Type="http://schemas.openxmlformats.org/officeDocument/2006/relationships/image" Target="../media/image-13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image" Target="../media/image-16-14.png"/><Relationship Id="rId15" Type="http://schemas.openxmlformats.org/officeDocument/2006/relationships/image" Target="../media/image-16-15.png"/><Relationship Id="rId16" Type="http://schemas.openxmlformats.org/officeDocument/2006/relationships/image" Target="../media/image-16-16.png"/><Relationship Id="rId17" Type="http://schemas.openxmlformats.org/officeDocument/2006/relationships/image" Target="../media/image-16-17.png"/><Relationship Id="rId18" Type="http://schemas.openxmlformats.org/officeDocument/2006/relationships/image" Target="../media/image-16-18.png"/><Relationship Id="rId19" Type="http://schemas.openxmlformats.org/officeDocument/2006/relationships/image" Target="../media/image-16-19.png"/><Relationship Id="rId20" Type="http://schemas.openxmlformats.org/officeDocument/2006/relationships/image" Target="../media/image-1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pn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png"/><Relationship Id="rId15" Type="http://schemas.openxmlformats.org/officeDocument/2006/relationships/image" Target="../media/image-19-15.png"/><Relationship Id="rId16" Type="http://schemas.openxmlformats.org/officeDocument/2006/relationships/image" Target="../media/image-19-16.png"/><Relationship Id="rId17" Type="http://schemas.openxmlformats.org/officeDocument/2006/relationships/image" Target="../media/image-19-17.png"/><Relationship Id="rId18" Type="http://schemas.openxmlformats.org/officeDocument/2006/relationships/image" Target="../media/image-19-18.png"/><Relationship Id="rId19" Type="http://schemas.openxmlformats.org/officeDocument/2006/relationships/image" Target="../media/image-19-19.png"/><Relationship Id="rId20" Type="http://schemas.openxmlformats.org/officeDocument/2006/relationships/image" Target="../media/image-1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8655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— Dynamic Hybrid: One Control Plane, Pooled &amp; Sovereign Tiers, Live Upgrades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Tenant-aware hub routing Standard to a shared pool and Enterprise over Private Service Connect to CMEK spokes, with 0-dropped-turn upgrades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diagram slide is 100% native editable (PromptCanvas Vision Decompiler → Draw.io → PowerPoint / Google Slides)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Tiered SaaS needs Pattern A economics for Standard and Pattern B sovereignty for Enterprise — Pattern C serves both behind one SaaS URL.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(cymbal-hybrid-hub-prod): Cloud Armor/IAP, Cloud Run Router, Firestore Route Table, Cross-Project ARD Federated GEAP Registry.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(Standard) runs in the Shared Pooled Runtime at a 4,000 thinking cap; FinVault (Enterprise) is reached over PSC at psc://10.10.0.50.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engine (SHADOW_SYNC → ATOMIC_CUTOVER → DRAIN_AND_VERIFY) promotes RetailStream to its own CMEK PSC spoke on the same live session.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 suite verifies 4/4 PASS: 0 ms replication lag, 0 dropped sessions, 8,000 budget unclamped, rs-agent-cmek bound, zero global state bleed.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 • Multi-Tenant Agentic AI on Google Cloud • Gemini Enterprise Agent Platform (GEAP) &amp; ADK 2.0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Why Tiered SaaS Needs Both Pooled and Sovereign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Tiered SaaS Needs Both Pooled and Sovereign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Corp: Microsoft Entra ID, shared Diagnostic Agent only, 4,000 thinking cap, shared AlloyDB RLS, SharePoint/ServiceNow via inline 3LO.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Bank: Google Workspace OIDC, private Agent Alpha (Claude Sonnet), 8,000 budget, CMEK AlloyDB in a VPC-SC spoke, Workspace/Jira via 3LO.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pure pattern fits both rows; two disconnected stacks double the control plane and turn tier upgrades into maintenance windows.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triage: if you sell Standard on shared infra plus Enterprise with dedicated data spokes and custom agents, deploy Pattern C.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Hybrid Hub-and-Spoke Control Plane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Hub-and-Spoke Control Plane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project cymbal-hybrid-hub-prod owns the public URL, External Application Load Balancer, Cloud Armor and IAP for both tiers.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 resolves the Hop 1 verified tenant_id against the Firestore Route Table: PATTERN_C_HYBRID_POOL or PATTERN_C_HYBRID_PSC_SPOKE.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route pool://cymbal-shared-pooled-runtime-v2; Enterprise route psc://10.10.0.50/.../finvault-agent-spoke-psc.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producer ServiceAttachment uses ACCEPT_MANUAL with a hub-only accept list; spokes reuse 10.40.0.0/20 and cannot reach back into the hub.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ARD Federated GEAP Registry surfaces Agent Alpha to FinVault while returning 403 Forbidden to RetailStream.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The 5-Hop Chain in Pattern 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5-Hop Chain in Pattern 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strips forged X-Tenant-ID headers, verifies IdP JWT, mints RFC 8693 OBO + DPoP context — the only input to routing.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federates spoke agent cards into the hub PDP and prunes tools via ADK 2.0 before_agent_callback.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enforces 4,000 vs 8,000 budgets and Redis bulkheads from an instance-scoped tenant_profiles dict — never global TENANT_PROFILES.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runs Shared Model Armor Multi-Tenant Prompt &amp; SDP in the pool and Spoke Model Armor Dedicated Spoke DLP &amp; NLC in each spoke.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 binds SET LOCAL app.current_tenant for AlloyDB RLS, brokers 2LO/3LO tokens, and emits OTel audit traces to BigQuery.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Zero-Downtime Live Tier Upgrade (Standard → Enterprise)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Zero-Downtime Live Tier Upgrade (Standard → Enterprise)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1A/1B: RetailStream clamped to 4,000 in the pool; FinVault gets 8,000 over PSC on sess-fv-hybrid-01.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SHADOW_SYNC: Terraform provisions cymbal-retailstream-spoke-prod, CMEK key and PSC attachment; RLS rows replicate to 0 ms lag.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ATOMIC_CUTOVER: one replace() profile write flips tier, 8,000 budget, redis_rpm_limit 600, CMEK and route to psc://10.10.0.51.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DRAIN_AND_VERIFY: in-flight pooled turns finish; dropped_sessions == 0; status MIGRATION_COMPLETE.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3: same sess-rs-live-upgrade-01 and DPoP key now ENTERPRISE, unclamped 8,000, rs-agent-cmek bound.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Product Collaboration, Terraform Blueprint &amp; Codelab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Collaboration, Terraform Blueprint &amp; Codelab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aligned Cross-Project Registry, PSC Spoke Bridge and Live Tier Migration with product engineering plus a GA Field Enablement Playbook.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main.tf: hub VPC/subnet 10.10.0.0/20, spoke PSC NAT subnet 10.40.240.0/24, service attachment, 10.10.0.50 consumer endpoint.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90-minute L400 Master Codelab: router, PSC wiring, SHADOW_SYNC + ATOMIC_CUTOVER, DRAIN_AND_VERIFY session continuity.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go/demos slug geap-multi-tenant-pattern-c-hybrid with a 5-minute video script ending on ALL 4 PATTERN C TESTS PASSED.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FinOps &amp; SLA Outcomes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FinOps &amp; SLA Outcomes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tier keeps up to 90% COGS savings from shared ContextCacheConfig; enterprise spokes get dedicated quotas with zero noisy neighbours.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Budgets, rate limits and CMEK live in one instance-scoped profile and flip atomically — no half-migrated state.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PSC limits blast radius: the hub initiates, the spoke never connects back.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→ Enterprise becomes a same-day product action with no URL change and no re-authentication.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C: DYNAMIC HYBRID HUB-AND-SPOKE, PRIVATE SERVICE CONNECT &amp; LIVE TIER MIGRATION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VIS-WS4-PATTERN-C-HYBRID-PSC-AND-MIGRATION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C: DYNAMIC HYBRID HUB-AND-SPOKE, PRIVATE SERVICE CONNECT &amp; LIVE TIER MIGRATION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VIS-WS4-PATTERN-C-HYBRID-PSC-AND-MIGRATION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(cymbal-hybrid-hub-prod) + PSC Bridge to Sovereign Spokes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 • Tenant-Aware Router &amp; 3-Phase Live Tier Migrator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(FinVault + Upgraded RetailStream)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psc://10.10.0.50 (FinVault) &amp; psc://10.10.0.51 (Retail)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Cross-Project GEAP Registry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Migration Engine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4.1 • PATTERN C BLUEPRINT] Pattern C: Dynamic Hybrid Hub-and-Spoke, Private Service Connect (PSC) &amp; Live Tier Migration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3 (Weeks 7–10) • Unified Control Plane Routing Standard to Shared Pool &amp; Enterprise to PSC Spokes (0 Dropped Turns)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EnterpriseSingle Unified SaaS URL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Load Balancing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(0ms Lag Copy) • Streams RLS &amp; L4 Memory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Firestore Route to PSC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for Phase 1 Shadow Sync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Replicated State + CMEK Lock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DLP &amp; NLC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IAP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SaaS URL + OBO/DPoP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ARD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GEAP Registry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Tenant -&gt; Pool or PSC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621231" y="2312518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19402" y="2878531"/>
            <a:ext cx="525780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C: Dynamic Hybrid Hub-and-Spoke, Private Service Connect &amp; Live Tier Migration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at the actor: Standard &amp; Enterprise Single Unified SaaS URL — one hostname for both tiers, step 1 Request in, step 7 Response out.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hub: Cloud Armor &amp; IAP + OBO/DPoP, Cross-Project ARD Federated GEAP Registry, Firestore Route Table, ALB, Cloud Run Router.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hub: 3-Phase Zero-Downtime Tier Migration Engine — SHADOW_SYNC (0ms Lag Copy), ATOMIC_CUTOVER, DRAIN_AND_VERIFY (4/4 PASS).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Trunk badge 3 'Route Standard to Pool or Enterprise via PSC' fans out; badge 7 'Seamless response (0 dropped sessions)' returns.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spoke: Shared Pooled Runtime with Gemini 2.5 Pro 4,000 Thinking Cap + Cache and Shared AlloyDB RLS that Streams State to PSC Spoke.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spoke: Dedicated Enterprise PSC Spokes, Unidirectional PSC Bridge, CMEK Spoke AlloyDB; dashed Live promotion: Pool -&gt; PSC Spoke.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diagrams/ws4-pattern-c-hybrid-psc-and-migration.drawio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C: DYNAMIC HYBRID HUB-AND-SPOKE, PRIVATE SERVICE CONNECT &amp; LIVE TIER MIGRATION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Hybrid Control Hub (cymbal-hybrid-hub-prod) + PSC Bridge to Sovereign Spokes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 VPC • Tenant-Aware Router &amp; 3-Phase Live Tier Migrator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Tier: Shared Pooled Plane (Initial RetailStream Route)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Tier: Private Service Connect (PSC) Spokes (FinVault + Upgraded RetailStream)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Pooled Runtime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pool://cymbal-shared-pooled-v2 (90% Cache Savings)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Enterprise PSC Spokes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psc://10.10.0.50 (FinVault) &amp; psc://10.10.0.51 (Retail)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Control Plane &amp; Intelligent Router Hub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live routing table + Cross-Project GEAP Registry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3-Phase Zero-Downtime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Migration Engine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4.1 • PATTERN C BLUEPRINT] Pattern C: Dynamic Hybrid Hub-and-Spoke, Private 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Milestone 3 (Weeks 7–10) • Unified Control Plane Routing Standard to Shared Pool &amp; Enterprise to PSC Spokes (…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&amp; EnterpriseSingle Unified SaaS URL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Load Balancing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SHADOW_SYNC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(0ms Lag Copy) • Streams RLS &amp; L4 Memory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DRAIN_AND_VERIFY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Dropped Turns (4/4 PASS)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ATOMIC_CUTOVER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Flips Firestore Route to PSC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C DEMO ENVIRONMENT: CENTRAL INGRESS HUB, SHARED POOL &amp; PSC SERVICE ATTACHMENT SPOKES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VIS-WS4-HUB-AND-SPOKE-DEMO-ENV-SETUP-TOPOLOGY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390595" y="521208"/>
            <a:ext cx="5410505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63747" y="576072"/>
            <a:ext cx="5264201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C DEMO ENVIRONMENT: CENTRAL INGRESS HUB, SHARED POOL &amp; PSC SERVICE ATTACHMENT SPOKES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VIS-WS4-HUB-AND-SPOKE-DEMO-ENV-SETUP-TOPOLOGY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1: Cymbal Unified Control Plane &amp; Ingress Hub (cymbal-hybrid-hub-prod • us-central1)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cymbal-hub-vpc • cymbal-hub-subnet • NAT-Based PSC Consumer Endpoints (No CIDR Overlap)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Compute &amp; RLS Plane (RetailStream Initial Route)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PSC Producer Spoke (cymbal-finvault-silo-prod • finvault-sovereign-vpc • VPC-SC)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pool://cymbal-shared-pooled-runtime-v2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Tenant Spoke (Producer)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finvault-agent-spoke-psc (ACCEPT_MANUAL)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Hub (Consumer Side)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cross-project GEAP registry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 Addressing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Endpoint Reservation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4.2 • HUB-AND-SPOKE DEMO ENV SETUP] Pattern C Demo Environment: Central Ingress Hub, Shared Pool &amp; PSC Service Attachment Spokes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 Topology • cymbal-hybrid-hub-prod Consumer Endpoints (10.10.0.50/.51) → Producer ServiceAttachments in Tenant Spokes (us-central1)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Operator (FDE)gcloud + Terraform Provisioning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Consumer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Forwarding Rule • psc-consumer-finvault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psc-endpoint-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finvault-ip • 10.10.0.50 • cymbal-hub-subnet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Upgrade Suite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run_tier_migration_suite.py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Service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Attachment URI • projects/../serviceAttachments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 Row-Level Security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+ Cloud KMS CMEK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Prefix Cache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GEAP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Alpha • 8,000 Budget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Incident Agent v2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Spoke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/ Jira Connectors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Tenant-Aware Ingress Router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Screen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GEAP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NAT Subnet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10.40.240.0/24 PSC purpose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ILB Fwd Rule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finvault-spoke-ilb-fwd-rule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ALB +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Hop 1 • Single SaaS URL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tenant_routing_table[id]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Registry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GEAP Agent Cards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reserves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endpoints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RLS-scoped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rows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accept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project=10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exposure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routing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locally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IP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attachment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agents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99286" y="2312518"/>
            <a:ext cx="565099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&amp;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policies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599286" y="2878531"/>
            <a:ext cx="565099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tier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or PSC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Demo Environment: Central Ingress Hub, Shared Pool &amp; PSC Service Attachment Spokes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hub project (cymbal-hybrid-hub-prod, cymbal-hub-vpc / cymbal-hub-subnet) fronts both tiers behind a single Global ALB + Cloud Armor + IAP URL.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Firestore routing table and cross-project GEAP registry decide per tenant: Standard → pool://cymbal-shared-pooled-runtime-v2, Enterprise → psc://.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side lives in the tenant spoke: a 10.40.240.0/24 PSC NAT subnet plus finvault-agent-spoke-psc (ACCEPT_MANUAL, accept-list hub project = 10).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side lives in the hub: reserve psc-endpoint-finvault-ip (10.10.0.50) and bind psc-consumer-finvault to the spoke's ServiceAttachment URI.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is NAT-based, so every spoke may reuse 10.40.0.0/20 with no CIDR overlap, and exposure is unidirectional — spokes cannot reach back into the hub VPC.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7 closes the loop: run_tier_migration_suite.py verifies hybrid routing and the live tier upgrade locally before any customer traffic hits the demo.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diagrams/ws4-hub-and-spoke-demo-env-setup-topology.drawio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C DEMO ENVIRONMENT: CENTRAL INGRESS HUB, SHARED POOL &amp; PSC SERVICE ATTACHMENT SPOKES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1: Cymbal Unified Control Plane &amp; Ingress Hub (cymbal-hybrid-hub-prod • us-centra…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cymbal-hub-vpc • cymbal-hub-subnet • NAT-Based PSC Consumer Endpoints (No CIDR Overlap)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Tier: Shared Pooled Compute &amp; RLS Plane (RetailStream Initial Route)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Tier: PSC Producer Spoke (cymbal-finvault-silo-prod • finvault-sovereign-vpc •…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Pooled Runtime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pool://cymbal-shared-pooled-runtime-v2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Tenant Spoke (Producer)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finvault-agent-spoke-psc (ACCEPT_MANUAL)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Ingress Hub (Consumer Side)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live routing table + cross-project GEAP registry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 VPC Addressing &amp;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 Endpoint Reservation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4.2 • HUB-AND-SPOKE DEMO ENV SETUP] Pattern C Demo Environment: Central Ingre…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Provisioning Topology • cymbal-hybrid-hub-prod Consumer Endpoints (10.10.0.50/.51) → Producer ServiceAttachme…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 Operator (FDE)gcloud + Terraform Provisioning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 Consumer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Forwarding Rule • psc-consumer-finvault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psc-endpoint-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finvault-ip • 10.10.0.50 • cymbal-hub-subnet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Upgrade Suite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run_tier_migration_suite.py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Attachment URI • projects/../serviceAttachments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ZERO-DOWNTIME TIER UPGRADE TEST SEQUENCE: SHADOW_SYNC → ATOMIC_CUTOVER → DRAIN_AND_VERIFY (4/4 PASS)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VIS-WS4-ZERO-DOWNTIME-TIER-UPGRADE-SEQUENCE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42462" y="521208"/>
            <a:ext cx="5706770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5614" y="576072"/>
            <a:ext cx="5560466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ZERO-DOWNTIME TIER UPGRADE TEST SEQUENCE: SHADOW_SYNC → ATOMIC_CUTOVER → DRAIN_AND_VERIFY (4/4 PASS)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VIS-WS4-ZERO-DOWNTIME-TIER-UPGRADE-SEQUENCE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4.5 Test Harness • PatternCHybridRouterAndMigrator (Instance-Scoped tenant_profiles, Zero Global Mutation)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session_id (sess-rs-live-upgrade-01) Before &amp; After Cutover • Continuous Synthetic Traffic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retailstream = STANDARD • PATTERN_C_HYBRID_POOL • STEADY_STATE_POOL (Shadow Sync Source)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retailstream = ENTERPRISE • PATTERN_C_HYBRID_PSC_SPOKE • UPGRADED_ZERO_DOWNTIME_SPOKE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Source (Pre-Upgrade)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pool://cymbal-shared-pooled-runtime-v2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Target (Post-Upgrade)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psc://10.10.0.51/.../retailstream-agent-spoke-psc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Runner &amp; Router Under Test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route_and_invoke() + execute_zero_downtime_tier_upgrade()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Silent Migration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Machine (TEST 2)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4.5 • ZERO-DOWNTIME TIER UPGRADE SUITE] Zero-Downtime Tier Upgrade Test Sequence: SHADOW_SYNC → ATOMIC_CUTOVER → DRAIN_AND_VERIFY (4/4 PASS)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run_tier_migration_suite.py • Promotes retailstream Mid-Session from pool:// (4,000 cap) to psc://10.10.0.51 (8,000 budget + CMEK) with dropped_sessions == 0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Harness Operatorpython3 run_tier_migration_suite.py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Auth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• OIDC (FV) &amp; Entra (RS) JWTs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replication_lag_ms == 0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MIGRATION_COMPLETE, 0 drops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ENTERPRISE, budget 8000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query_alloydb_with_rls()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rs-kr / rs-agent-cmek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shared-incident-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diagnostic-v2 • agent://cymbal/... (RS)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cymbal-retailstream-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spoke-prod • New Dedicated Spoke Project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2LO/3LO Tools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Spoke Connectors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Router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routing_table[tenant_id]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Prompt Screen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Clamped to 4,000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Guardrails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8,000, clamped False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1A Pre-Upgrade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 -&gt; HYBRID_POOL, cap 4000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1B Enterprise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FV -&gt; psc://, budget 8000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2 Migration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phases, lag 0, dropped 0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audit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log: 3 phases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In-flight turn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finishes on pool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RLS rows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spoke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 asserts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psc://10.10.0.51/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cmek_key_uri has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rs-agent-cmek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3: same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on PSC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OK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4000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Pre-upgrade turn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upgrade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 phases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 == 3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Pre-upgrade turn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 replicated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39850" y="2312518"/>
            <a:ext cx="683971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 topology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HYBRID_POOL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500530" y="2878531"/>
            <a:ext cx="762610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 endpoint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startswith psc://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4/4 PASS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4/4 PASS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suite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suite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Zero-Downtime Tier Upgrade Test Sequence: SHADOW_SYNC → ATOMIC_CUTOVER → DRAIN_AND_VERIFY (4/4 PASS)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run_tier_migration_suite.py drives PatternCHybridRouterAndMigrator through 4 assertions-backed tests; nothing mutates the global TENANT_PROFILES.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1A/1B fix the baseline: retailstream → PATTERN_C_HYBRID_POOL clamped to 4,000 tokens; finvault → PATTERN_C_HYBRID_PSC_SPOKE over psc:// with 8,000.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2 runs the 3-phase engine: SHADOW_SYNC (replication_lag_ms == 0, PSC_CONNECTION_ACCEPTED) → ATOMIC_CUTOVER → DRAIN_AND_VERIFY (dropped_sessions == 0).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cutover flips routing_table['retailstream'] to tier ENTERPRISE, budget 8,000, target psc://10.10.0.51/... and state UPGRADED_ZERO_DOWNTIME_SPOKE.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 reuses the same session_id (sess-rs-live-upgrade-01) and asserts PSC routing, thinking_budget_clamped is False, and rs-agent-cmek in cmek_key_uri.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= the pooled source rows stream from; right spoke = cymbal-retailstream-spoke-prod, the CMEK target that status MIGRATION_COMPLETE confirms.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diagrams/ws4-zero-downtime-tier-upgrade-sequence.drawio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ZERO-DOWNTIME TIER UPGRADE TEST SEQUENCE: SHADOW_SYNC → ATOMIC_CUTOVER → DRAIN_AND_VERIFY (4/4 PASS)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4.5 Test Harness • PatternCHybridRouterAndMigrator (Instance-Scoped tenant_pro…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session_id (sess-rs-live-upgrade-01) Before &amp; After Cutover • Continuous Synthetic T…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BEFORE: retailstream = STANDARD • PATTERN_C_HYBRID_POOL • STEADY_STATE_POOL (Shadow Sync…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AFTER: retailstream = ENTERPRISE • PATTERN_C_HYBRID_PSC_SPOKE • UPGRADED_ZERO_DOWNTIME_SP…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Pooled Source (Pre-Upgrade)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pool://cymbal-shared-pooled-runtime-v2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 Target (Post-Upgrade)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psc://10.10.0.51/.../retailstream-agent-spoke-psc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Runner &amp; Router Under Test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route_and_invoke() + execute_zero_downtime_tier_upgrade()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3-Phase Silent Migration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Machine (TEST 2)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4.5 • ZERO-DOWNTIME TIER UPGRADE SUITE] Zero-Downtime Tier Upgrade Test Seque…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run_tier_migration_suite.py • Promotes retailstream Mid-Session from pool:// (4,000 cap) to psc://10.10.0.51…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Harness Operatorpython3 run_tier_migration_suite.py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 Auth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OBO + DPoP • OIDC (FV) &amp; Entra (RS) JWTs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SHADOW_SYNC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replication_lag_ms == 0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DRAIN_AND_VERIFY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MIGRATION_COMPLETE, 0 drops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ATOMIC_CUTOVER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ENTERPRISE, budget 8000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TERRAFORM HYBRID PSC BLUEPRINT RESOURCE GRAPH: HUB VPC → CONSUMER PSC ENDPOINT → PRODUCER SERVICEATTACHMENT IN ENTERPRISE SPOKE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VIS-WS4-TERRAFORM-HYBRID-PSC-BLUEPRINT-RESOURCE-GRAPH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60750" y="521208"/>
            <a:ext cx="5669280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902" y="576072"/>
            <a:ext cx="5522976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TERRAFORM HYBRID PSC BLUEPRINT RESOURCE GRAPH: HUB VPC → CONSUMER PSC ENDPOINT → PRODUCER SERVICEATTACHMENT IN ENTERPRISE SPOKE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VIS-WS4-TERRAFORM-HYBRID-PSC-BLUEPRINT-RESOURCE-GRAPH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Root Module: 4.6-terraform-hybrid-psc-blueprint (terraform.tfvars: hub_project_id, enterprise_spoke_project_id, region)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Dependency Graph: Providers → Networks → Subnets → ServiceAttachment → Address → ForwardingRule → Outputs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Side Consumers of the Blueprint (Not Declared in main.tf): 4.3 Router, Firestore Route Table, Registry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Side in Enterprise Spoke (google.spoke): cymbal-finvault-silo-prod • enterprise_tenant_id = finvault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Downstream Hub Consumers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cymbal-hybrid-hub-prod (tfvars hub_project_id)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Network &amp; ServiceAttachment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${var.enterprise_tenant_id}-agent-spoke-psc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Providers, Variables &amp; Hub Network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"google" alias hub/spoke • var.region = us-central1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PSC Endpoint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Central Hub (google.hub)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4.6 • TERRAFORM HYBRID PSC RESOURCE GRAPH] Terraform Hybrid PSC Blueprint Resource Graph: Hub VPC → Consumer PSC Endpoint → Producer ServiceAttachment in Enterprise Spoke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 (google &gt;= 5.30.0, terraform &gt;= 1.5.0) • Dual Provider Aliases google.hub / google.spoke • Outputs psc_service_attachment_uri &amp; hub_psc_consumer_ip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Operatorinit -&gt; plan -&gt; apply (README)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network.cymbal_hub_vpc • cymbal-hybrid-hub-vpc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 • hub_psc_consumer_ip 10.10.0.50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hub_psc_consumer_ip • Hub IP routing to spoke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forwarding_rule • hub_psc_consumer_endpoint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Logs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PSC_SPOKE route (4.4)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psc_service_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attachment_uri • enterprise_spoke_psc_attach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Registry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Card Discovery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service_attachment • ACCEPT_MANUAL • limit 20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Ingress Rule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Router SA (4.4)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target_service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var.spoke_ilb_forwarding_rule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cymbal_hub_subnet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10.10.0.0/20 • PGA enabled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psc_service_attachment URI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Targets 10.10.0.50 endpoint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enterprise_spoke_vpc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finvault-spoke-vpc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enterprise_spoke_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psc_nat • 10.40.240.0/24 PSC purpose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google.hub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= var.hub_project_id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google.spoke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var.enterprise_spoke_project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variables.tf (5 vars)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 default finvault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psc-consumer-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${tenant_id}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output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attachment URI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managed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this module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consumer_accept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hub_project_id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5676" y="5712257"/>
            <a:ext cx="802843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finvault-spoke-ilb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forwarding rule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= service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attachment.id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 target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INTERNAL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 in subnet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from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tfvars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 output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via PSC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619402" y="2312518"/>
            <a:ext cx="525780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project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580083" y="2878531"/>
            <a:ext cx="605333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project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Hybrid PSC Blueprint Resource Graph: Hub VPC → Consumer PSC Endpoint → Producer ServiceAttachment in Enterprise Spoke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 pins terraform &gt;= 1.5.0 and hashicorp/google &gt;= 5.30.0, then declares two provider aliases — google.hub and google.spoke — fed by five variables.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side: google_compute_network.cymbal_hub_vpc (cymbal-hybrid-hub-vpc) and cymbal_hub_subnet at 10.10.0.0/20 with private Google access enabled.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side: enterprise_spoke_vpc, a 10.40.240.0/24 PRIVATE_SERVICE_CONNECT NAT subnet, and ${tenant}-agent-spoke-psc with ACCEPT_MANUAL and connection_limit 20.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consumer bridge is two resources: google_compute_address.hub_psc_consumer_ip (10.10.0.50) and google_compute_forwarding_rule.hub_psc_consumer_endpoint.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outputs — psc_service_attachment_uri and hub_psc_consumer_ip — feed the 4.3 router's Firestore route table; those hub consumers are not resources here.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tfvars example targets cymbal-hybrid-hub-prod ↔ cymbal-finvault-silo-prod with finvault-spoke-ilb as target_service; README quickstart is init → plan → apply.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diagrams/ws4-terraform-hybrid-psc-blueprint-resource-graph.drawio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TERRAFORM HYBRID PSC BLUEPRINT RESOURCE GRAPH: HUB VPC → CONSUMER PSC ENDPOINT → PRODUCER SERVICEATTACHMENT IN ENTERPRISE SPOKE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Root Module: 4.6-terraform-hybrid-psc-blueprint (terraform.tfvars: hub_project_…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Dependency Graph: Providers → Networks → Subnets → ServiceAttachment → Address → Forwardi…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 Side Consumers of the Blueprint (Not Declared in main.tf): 4.3 Router, Firestore Rout…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Producer Side in Enterprise Spoke (google.spoke): cymbal-finvault-silo-prod • enterprise_…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Downstream Hub Consumers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cymbal-hybrid-hub-prod (tfvars hub_project_id)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Spoke Network &amp; ServiceAttachment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${var.enterprise_tenant_id}-agent-spoke-psc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Providers, Variables &amp; Hub Network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"google" alias hub/spoke • var.region = us-central1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Consumer PSC Endpoint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Central Hub (google.hub)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4.6 • TERRAFORM HYBRID PSC RESOURCE GRAPH] Terraform Hybrid PSC Blueprint Res…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main.tf (google &gt;= 5.30.0, terraform &gt;= 1.5.0) • Dual Provider Aliases google.hub / google.spoke • Outputs ps…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Operatorinit -&gt; plan -&gt; apply (README)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google_compute_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network.cymbal_hub_vpc • cymbal-hybrid-hub-vpc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google_compute_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address • hub_psc_consumer_ip 10.10.0.50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output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hub_psc_consumer_ip • Hub IP routing to spoke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google_compute_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forwarding_rule • hub_psc_consumer_endpoint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routes isolation instead of duplicating it: one control plane, one URL, two execution tiers.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is keyed only on the Hop 1 cryptographic tenant_id — a client header can never claim Enterprise tier.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Instance-scoped profile mutation makes the live upgrade safe: zero global state bleed across tenants or test runs.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Service Connect removes CIDR overlap and VPC-peering limits while keeping spokes unidirectional and VPC-SC compatible.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migration is measurable: 0 ms lag, 0 dropped sessions, same session id, 4/4 suite gates passing.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4.6 Terraform PSC blueprint, run the 4.5 zero-downtime upgrade suite, then continue to Workstream 5 for the decision guide and capstone.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Assets, Editable Diagrams &amp; Source Documents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04088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 &amp; Editable Diagrams</a:t>
            </a:r>
            <a:endParaRPr lang="en-US" sz="2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52728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926080"/>
                <a:gridCol w="292608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Draw.io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Draw.io Render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Vision 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4.1 • PATTERN C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C: Dynamic Hybrid Hub-and-Spoke, Private Service Connect (PSC) &amp; Live Tier Migration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diagrams/ws4-pattern-c-hybrid-psc-and-migration.drawio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diagrams/ws4-pattern-c-hybrid-psc-and-migration.drawio.png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diagrams/vision_metadata/ws4-pattern-c-hybrid-psc-and-migration.vision.json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4.2 • HUB-AND-SPOKE DEMO ENV SETUP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C Demo Environment: Central Ingress Hub, Shared Pool &amp; PSC Service Attachment Spokes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diagrams/ws4-hub-and-spoke-demo-env-setup-topology.drawio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diagrams/ws4-hub-and-spoke-demo-env-setup-topology.drawio.png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diagrams/vision_metadata/ws4-hub-and-spoke-demo-env-setup-topology.vision.json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4.5 • ZERO-DOWNTIME TIER UPGRADE SUITE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Zero-Downtime Tier Upgrade Test Sequence: SHADOW_SYNC → ATOMIC_CUTOVER → DRAIN_AND_VERIFY (4/4 PASS)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diagrams/ws4-zero-downtime-tier-upgrade-sequence.drawio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diagrams/ws4-zero-downtime-tier-upgrade-sequence.drawio.png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diagrams/vision_metadata/ws4-zero-downtime-tier-upgrade-sequence.vision.json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4.6 • TERRAFORM HYBRID PSC RESOURCE GRAPH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Hybrid PSC Blueprint Resource Graph: Hub VPC → Consumer PSC Endpoint → Producer ServiceAttachment in Enterprise Spoke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diagrams/ws4-terraform-hybrid-psc-blueprint-resource-graph.drawio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diagrams/ws4-terraform-hybrid-psc-blueprint-resource-graph.drawio.png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diagrams/vision_metadata/ws4-terraform-hybrid-psc-blueprint-resource-graph.vision.json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709160"/>
            <a:ext cx="1091153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blogs/ws4-pattern-c-hybrid-dynamic-tiering.md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workstream-4-pattern-c-hybrid/4.1-case-study-and-solution-architecture.md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workstream-4-pattern-c-hybrid/4.5-zero-downtime-tier-upgrade-suite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workstream-4-pattern-c-hybrid/4.7-blog-dynamic-tiering-and-migration.md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https://github.com/nitinaggarwal-12/blogs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C — Dynamic Hybrid: One Control Plane, Pooled &amp; Sovereign Tiers, Live Upgrades</dc:title>
  <dc:subject>PptxGenJS Presentation</dc:subject>
  <dc:creator>Google Cloud FDE • PromptCanvas Vision Decompiler</dc:creator>
  <cp:lastModifiedBy>Google Cloud FDE • PromptCanvas Vision Decompiler</cp:lastModifiedBy>
  <cp:revision>1</cp:revision>
  <dcterms:created xsi:type="dcterms:W3CDTF">2026-10-08T13:26:07Z</dcterms:created>
  <dcterms:modified xsi:type="dcterms:W3CDTF">2026-10-08T13:26:07Z</dcterms:modified>
</cp:coreProperties>
</file>