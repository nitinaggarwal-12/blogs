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Hub-and-Spoke Control Plane &amp; Private Service Connect (PSC)
• Central Ingress &amp; Routing Hub (`cymbal-hybrid-hub-prod`): Hosts the Global External ALB, Cloud Armor WAF, IAP OIDC verifier, Cross-Project Agent Registry, and Firestore Tenant Routing Table.
• Consumer PSC Endpoint in the Hub (`10.10.0.50`): The Hub VPC (`10.10.0.0/20`) binds an internal Private Service Connect forwarding rule directly to each Enterprise tenant’s spoke ServiceAttachment URI.
• Producer ServiceAttachment in Each Spoke (`ACCEPT_MANUAL`): Each Enterprise spoke project exposes its private Cloud Run / GKE agent runtime via a `/24` PSC NAT subnet (`10.40.240.0/24`) whitelisting only the Hub project.
• Zero CIDR Overlap &amp; Unidirectional Security: Because PSC performs source NAT at the attachment boundary, all 1,000+ Enterprise spokes can reuse identical `10.40.0.0/20` VPC CIDRs and can never initiate reverse connections into the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WS4 • Pattern C Hub-and-Spoke Control Plane &amp; Unidirectional PSC Topology: Workstream 4 Pattern C Dynamic Hybrid  •  Shared Hub Control Plane + Unidirectional PSC Spokes + 0ms Live Cutover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WS4 • Pattern C Zero-Downtime Tenant Promotion (Standard Pool → PSC Spoke): Workstream 4 Pattern C Hybrid Tiering  •  Zero-Downtime Promotion from Shared Pool to Dedicated PSC Spoke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WS4 • 5-Actor UML Sequence: Zero-Downtime Live Tier Upgrade (Standard → PSC): Workstream 4 Pattern C Sequence  •  SHADOW_SYNC → CMEK Re-Key → 0ms Atomic Firestore Flip → Drain &amp; Purge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Pattern C Unidirectional Private Service Connect &amp; Live Cutover Flow: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Terraform Hybrid PSC Blueprint &amp; Portfolio FinOps
• Dual-Provider Terraform Blueprint (`4.6-terraform-hybrid-psc-blueprint`): Uses `google.hub` and `google.spoke` provider aliases to wire the Hub VPC, Spoke `/24` PSC NAT subnet, Producer ServiceAttachment, and Consumer Endpoint.
• Instance-Scoped Profile Mutation (`Forensic Check F-09`): Deep-copies tenant profiles per runtime instance so live tier upgrades never mutate global module state or bleed across concurrent test suites.
• 90-Minute Hands-On Hybrid Codelab (`4.4-hands-on-codelab.md`): Walks architects through building the Firestore tier router, establishing the unidirectional PSC bridge, and executing a live mid-session tier upgrade.
• Blended Portfolio Economics (74% Total Cloud Savings): Combines 90% shared caching margins on 950 Standard tenants with dedicated sovereign SLAs on 50 Enterprise tenants behind one unified SaaS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4 • Pattern C — Dynamic Hybrid, PSC &amp; Live Tier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WS4 • Pattern C Zero-Downtime Live Tier Migration Timeline: Workstream 4 Pattern C Timeline  •  Phase 1 SHADOW_SYNC → Phase 2 ATOMIC_CUTOVER (0ms) → Phase 3 DRAIN_AND_VERIFY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WS4 • Pattern C Blended FinOps, Unidirectional PSC &amp; Live Mobility: Workstream 4 Pattern C Operating Model  •  74% Portfolio Savings + Unidirectional PSC + 0ms Live Tier Mobility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Route Isolation Instead of Duplicating Products: Serve every customer tier behind one unified SaaS domain and control plane while dispatching requests dynamically to pooled or sovereign boundaries.
• Bind Tier Routing Strictly to Cryptographic Identity: Derive routing decisions exclusively from the Hop 1 OBO/DPoP token and Firestore routing table so callers can never spoof headers to access Enterprise spokes.
• Scale to 1,000+ Enterprise Spokes with Private Service Connect: NAT-based PSC ServiceAttachments eliminate VPC peering quotas, allow identical spoke CIDRs (`10.40.0.0/20`), and enforce one-way hub-to-spoke calls.
• Turn Tier Upgrades into a Zero-Downtime Self-Service Feature: Use the 3-phase migration state machine (`SHADOW_SYNC` → `ATOMIC_CUTOVER` → `DRAIN_AND_VERIFY`) to promote live sessions without dropping a single turn.
• Isolate Runtime Profile State per Instance: Deep-copy tenant routing profiles per engine instance (`F-09`) so dynamic tier promotions never cause cross-tenant configuration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Unified SaaS Front Door for Every Tier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fronts both Standard pooled tenants ($42/mo) and regulated Enterprise sovereign spokes ($1,850/mo) behind a single Global Application Load Balancer URL.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Tier Lookup &amp; Dispatch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Armor, IAP, and the Cloud Run Hybrid Router inspect the verified OBO/DPoP identity token, query the Firestore routing table, and dispatch traffic per tenant tier.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Private Service Connect (PSC) Bridges: Enterprise requests traverse NAT-based PSC endpoints (10.10.0.50) into dedicated spoke projects (ServiceAttachment) with zero VPC peering or IP overlap.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Zero-Downtime Live Tier Migration (SHADOW_SYNC → ATOMIC_CUTOVER → DRAIN_AND_VERIFY): Promotes a live Standard tenant into a dedicated Enterprise PSC spoke mid-conversation without dropping a single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53105"/>
            <a:ext cx="760781" cy="217627"/>
          </a:xfrm>
          <a:prstGeom prst="roundRect">
            <a:avLst>
              <a:gd name="adj" fmla="val 2100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62249"/>
            <a:ext cx="724205" cy="1993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03550" y="4817059"/>
            <a:ext cx="560527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21838" y="4826203"/>
            <a:ext cx="52395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04795" y="5451653"/>
            <a:ext cx="757123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23083" y="5460797"/>
            <a:ext cx="72054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08753" y="4817059"/>
            <a:ext cx="67848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27041" y="4826203"/>
            <a:ext cx="64190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08753" y="5451653"/>
            <a:ext cx="67848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27041" y="5460797"/>
            <a:ext cx="64190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45259" y="5603443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63547" y="5612587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53105"/>
            <a:ext cx="73883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62249"/>
            <a:ext cx="70225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53105"/>
            <a:ext cx="669341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62249"/>
            <a:ext cx="63276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1798" y="2870302"/>
            <a:ext cx="59984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0086" y="2879446"/>
            <a:ext cx="56327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2175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1319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0658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19802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27732" y="2079346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46020" y="2088490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27732" y="2606040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46020" y="2615184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53282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71570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53282" y="2719426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71570" y="2728570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32150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0438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32150" y="2645359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0438" y="2654503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Lower Blended Portfolio Cloud Spend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950 Standard tenants in the shared pool and 50 regulated Enterprise tenants in dedicated PSC spokes ($132k vs. $510k/mo).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• Portfolio FinOps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Active Session Interruption During Tier Upgrade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3-phase dual-read/dual-write backfill, transactional AlloyDB RLS-to-CMEK cutover, and atomic Firestore routing table flip.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Tier Migration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4/4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 &amp; PSC Routing Gates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Standard-to-Enterprise live promotion for RetailStream Corp with zero global state bleed across concurrent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4.5 Tier Migration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1-Way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Unidirectional Private Service Connect (PSC)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Hub router forwards traffic to Enterprise spoke service attachments (10.10.0.50 -&gt; /24 NAT) with zero reverse spoke-to-hub path.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 Spokes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Hub-and-Spoke Control Plane &amp; Private Service Connect (PSC)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Hub-and-Spoke Control Plane &amp; Private Service Connect (PSC)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Central Ingress &amp; Routing Hub (cymbal-hybrid-hub-prod)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Hosts the Global External ALB, Cloud Armor WAF, IAP OIDC verifier, Cross-Project Agent Registry, and Firestore Tenant Routing Table.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VPC: cymbal-pattern-c-hub-vpc (10.10.0.0/20) • Cloud Run Hybrid Router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Sub-2ms Tier Lookup in Firestore • Enforces Hop 1 OBO/DPoP &amp; Hop 2 Catalog Filter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Zone 1: Central Routing Hub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 in the Hub (10.10.0.50)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Hub VPC (10.10.0.0/20) binds an internal Private Service Connect forwarding rule directly to each Enterprise tenant’s spoke ServiceAttachment URI.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google_compute_address (10.10.0.50) + google_compute_forwarding_rule (PSC Consumer)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Private Layer-4/7 Tunnel Across Project Boundaries Without Public IP Exposure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Consumer PSC Endpoint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Producer ServiceAttachment in Each Spoke (ACCEPT_MANUAL)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spoke project exposes its private Cloud Run / GKE agent runtime via a /24 PSC NAT subnet (10.40.240.0/24) whitelisting only the Hub project.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google_compute_service_attachment (connection_preference = 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Explicitly Whitelists Only cymbal-hybrid-hub-prod (Connection Limit = 10)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 Attachment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CIDR Overlap &amp; Unidirectional Security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Because PSC performs source NAT at the attachment boundary, all 1,000+ Enterprise spokes can reuse identical 10.40.0.0/20 VPC CIDRs and can never initiate reverse connections into the Hub.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PSC NAT Subnet (cymbal-psc-nat-us-west1 / 10.40.240.0/24) • Identical Spoke CIDRs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Bypasses 25-Peer VPC Peering Quota &amp; Guarantees One-Way Hub -&gt; Spoke Traffic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Infinite Spoke Scalability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Hub-and-Spoke Control Plane &amp; Unidirectional PSC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INGRESS HUB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SaaS Control Plane)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850 Standard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($42/mo Pooled Path)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Enterprise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(Live Tier Upgrade)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150 Enterprise Tenants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($1,850/mo Spoke Path)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Global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Anycast URL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Tier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Lookup (0ms)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DUAL-PLANE TIER ROUTING ENGINE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(Hub VPC + /28 PSC NAT)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Tier Router &amp; Migration Coordinator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Atomic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Routing Table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Dual-Write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Migrator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 Endpoint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/28 NAT Subnet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Producer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Transitive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Peering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SPOKE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(Customer-Owned Producer Project)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 (ACCEPT_SELECTED) &amp; Internal ALB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Spoke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Spoke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Spoke Agent Engine &amp; Isolated Memory Bank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Customer-CMEK AlloyDB Vault &amp; Spoke MCP Servers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Dynamic Hybrid  •  Shared Hub Control Plane + Unidirectional PSC Spokes + 0ms Live Cutover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Zero-Downtime Tenant Promotion (Standard Pool → PSC Spoke)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Pre-Upgrade Standard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Routing State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"routing_config"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"STANDARD_POOLED"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"encryption"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&lt;shared pool RLS key&gt;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3-Phase Zero-Downtime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Engine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Dual-Write Backfill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CMEK Re-Key &amp; Hash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0ms Firestore Flip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Promoted Enterprise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State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"ENTERPRISE_SPOKE",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"route": "psc://10.10.0.50",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"spoke_prj": "cymbal-retail",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"cutover_lag_ms":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"dropped_sessions": 0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Hybrid Tiering  •  Zero-Downtime Promotion from Shared Pool to Dedicated PSC Spoke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5-Actor UML Sequence: Zero-Downtime Live Tier Upgrade (Standard → PSC)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SRE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Admin / SRE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 Tier Router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Migration Coordinator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(Pattern A)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 Spoke (Pattern C)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Admin triggers live tier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 for retailstream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→ Enterprise)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 /tier/promote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Coordinator initiates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dual-write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from Pool to PSC Spoke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Start Dual-Write Sync → Stream Memory &amp; AlloyDB Delta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Re-encrypts state with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CMEK &amp; verifies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checksums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SHA-256 Checksum Parity Verified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requests keep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serving with zero pause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during dual-write sync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SHADOW_SYNC Window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0 Dropped Active Sessions (0ms Lag)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Flip 0ms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Atomically flips Firestore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routing pointer to PSC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via /28 PSC NAT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serves Enterprise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traffic &amp; shared pool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are purged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Serve via PSC Spoke (10.10.0.50:443)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Tombstone &amp; Purge Old Pooled Rows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0ms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Sequence  •  SHADOW_SYNC → CMEK Re-Key → 0ms Atomic Firestore Flip → Drain &amp; Purge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Unidirectional Private Service Connect &amp; Live Cutover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and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Baseline (Pre-Upgrade) • Test 1: Dual-Tier Routing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1 PASS: Verified deterministic tier routing &amp; quota clamping prior to migration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Phase 1: SHADOW_SYNC • Test 2: Spoke Provision &amp; CDC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2 PASS: replication_lag_ms == 0 and PSC connection status ACCEPTED before cutover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Phase 2: ATOMIC_CUTOVER • Test 3: Firestore Route Flip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3 PASS: Sub-10ms atomic route flip with instance-scoped isolation (0 global state bleed)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Phase 3: DRAIN_AND_VERIFY • Test 4: Mid-Session Continuity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4 PASS: dropped_sessions == 0, 8,000 thinking budget active, CMEK encryption verified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Terraform Hybrid PSC Blueprint &amp; Portfolio FinOps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Terraform Hybrid PSC Blueprint &amp; Portfolio FinOps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Dual-Provider Terraform Blueprint (4.6-terraform-hybrid-psc-blueprint): Uses google.hub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Dual-Provider Terraform Blueprint (4.6-terraform-hybrid-psc-blueprint): Uses google.hub and google.spoke provider aliases to wire the Hub VPC, Spoke /24 PSC NAT subnet, Producer ServiceAttachment, and Consumer Endpoint.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workstream-4-pattern-c-hybrid/4.6-terraform-hybrid-psc-blueprint/main.tf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Outputs spoke_psc_service_attachment_uri &amp; hub_psc_consumer_ip (10.10.0.50)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PSC Automation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Instance-Scoped Profile Mutation (Forensic Check F-09)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Deep-copies tenant profiles per runtime instance so live tier upgrades never mutate global module state or bleed across concurrent test suites.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copy.deepcopy(TENANT_PROFILES)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Forensic Check F-09 PASS: Zero Global State Bleed During Live Tier Upgrades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Thread-Safe State Isolation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90-Minute Hands-On Hybrid Codelab (4.4-hands-on-codelab.md)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Walks architects through building the Firestore tier router, establishing the unidirectional PSC bridge, and executing a live mid-session tier upgrade.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workstream-4-pattern-c-hybrid/4.4-hands-on-codelab.md &amp; 4.5 Migration Suite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Verifies All 4 Live Migration Gates (SHADOW_SYNC -&gt; DRAIN_AND_VERIFY)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Hands-On Codelab &amp; Demo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Blended Portfolio Economics (74% Total Cloud Savings)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caching margins on 950 Standard tenants with dedicated sovereign SLAs on 50 Enterprise tenants behind one unified SaaS brand.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950 Standard Pooled Tenants ($42/mo) + 50 Enterprise PSC Spokes ($1,850/mo)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74% Lower Total Cloud Spend vs. All-Siloed • 99.99% Enterprise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FinOps Impact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Compensating Controls, Terraform Blueprint &amp; FinOps Economics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• Pattern C — Dynamic Hybrid, PSC &amp; Live Tier Migration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C /28 PSC NAT SUBNET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/28 PRIVATE_SERVICE_CONNECT NAT subnet bridging shared control plane to sovereign VPC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screenshots/cloud-console/gcp_console_06_vpc_psc_nat_subnet_live.png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VERTEX AI AGENT ENGINE REGISTRY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Vertex AI Agent Builder &amp; Engine routing table for zero-downtime Standard → Enterprise migration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screenshots/cloud-console/gcp_console_09_vertex_ai_agent_builder_engines.png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UNIDIRECTIONAL /28 PSC NAT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Hub-to-Spoke Bridge Without VPC Peering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Consumer PrivateServiceConnectEndpoint (10.10.0.50) targets Spoke ServiceAttachment with zero reverse ingress.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SHADOW_SYNC DUAL-WRITE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Checksum Parity &amp; CMEK Re-Encryption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live Memory Bank and AlloyDB rows to the dedicated spoke while re-keying under customer CMEK.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0ms ATOMIC FIRESTORE FLIP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4/4 Live Tier Upgrade Simulations PASS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run_tier_migration_suite.py verifies 0 dropped sessions and 0ms routing lag during Standard → Enterprise promotion.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74% PORTFOLIO TCO REDUCTION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$313,200/mo Blended vs. $1.85M/mo All-Silo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850 Standard tenants in the $42/mo pool and 150 Enterprise tenants in dedicated PSC spokes.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Zero-Downtime Live Tier Migration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Live Tenant Promotion Phases (Standard → Enterprise)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SHADOW_SYNC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Provision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Dual-Write Backfill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(T-30 to T-5 Min)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4.6 PSC Spoke +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 Memory &amp; SQL Backfill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ATOMIC_CUTOVER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Re-Key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Firestore Pointer Flip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(T-0 Cutover: 0ms)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Checksum Parity Verified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Atomic Route Flip to PSC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DRAIN_VERIFY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In-Flight Drain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Pool Purge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(T+1 to T+5 Min)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Dropped Sessions &amp; 100%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Row Tombstone Purge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Timeline  •  Phase 1 SHADOW_SYNC → Phase 2 ATOMIC_CUTOVER (0ms) → Phase 3 DRAIN_AND_VERIFY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Blended FinOps, Unidirectional PSC &amp; Live Mobility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Dynamic Hybrid Hub-and-Spoke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Blended Portfolio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Optimization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85% Standard tenants in Pattern A pool ($42/mo unit cost)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 15% Regulated Enterprise tenants in dedicated PSC spokes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 1,000-tenant portfolio spend by 74% ($313k vs $1.85M/mo)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PSC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Unidirectional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Service Connect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Bridge Hub VPC to Spoke VPCs via /28 PSC NAT &amp; ServiceAttachment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transitive VPC peering &amp; CIDR exhaustion across 100+ spokes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ACCEPT_SELECTED producer allowlists per enterprise spoke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MIG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Zero-Downtime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Mobility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Backfill Memory Bank &amp; AlloyDB to spoke via SHADOW_SYNC dual-write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Re-key tenant state with customer CMEK &amp; verify SHA-256 checksums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 Firestore tier pointer atomically in 0ms with 0 dropped sessions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Operating Model  •  74% Portfolio Savings + Unidirectional PSC + 0ms Live Tier Mobility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Route Isolation Instead of Duplicating Products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every customer tier behind one unified SaaS domain and control plane while dispatching requests dynamically to pooled or sovereign boundaries.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Unified Hub ALB + Firestore Tier Router + Pooled &amp; PSC Spoke Runtimes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SaaS Codebase &amp; URL Serving Both $42/mo Standard &amp; $1,850/mo Enterprise Tiers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Unified Hybrid Control Plane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Tier Routing Strictly to Cryptographic Identity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Derive routing decisions exclusively from the Hop 1 OBO/DPoP token and Firestore routing table so callers can never spoof headers to access Enterprise spokes.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 1 Cloud Armor + IAP OBO/DPoP + Firestore Authoritative Route Lookup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Immune to Client Header Spoofing or Unauthorized Spoke Routing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Cryptographic Tier Routing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Scale to 1,000+ Enterprise Spokes with Private Service Connect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NAT-based PSC ServiceAttachments eliminate VPC peering quotas, allow identical spoke CIDRs (10.40.0.0/20), and enforce one-way hub-to-spoke calls.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Consumer ForwardingRule (10.10.0.50) -&gt; Producer ServiceAttachment (ACCEPT_MANUAL)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VPC Peering Limits • Zero CIDR Overlap • Unidirectional Hub -&gt; Spoke Security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Scalable PSC Architecture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Turn Tier Upgrades into a Zero-Downtime Self-Service Feature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the 3-phase migration state machine (SHADOW_SYNC → ATOMIC_CUTOVER → DRAIN_AND_VERIFY) to promote live sessions without dropping a single turn.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3-Phase Migrator: SHADOW_SYNC (0ms Lag) -&gt; ATOMIC_CUTOVER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4/4 Automated Migration Tests PASS • 0 Dropped Active User Conversations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Isolate Runtime Profile State per Instance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Deep-copy tenant routing profiles per engine instance (F-09) so dynamic tier promotions never cause cross-tenant configuration bleed.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workstream-4-pattern-c-hybrid/4.3-solution-implementation/ &amp; Check F-09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Verified Instance-Scoped Profile Mutation with Zero Global State Contamination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Production State Hygiene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the 4-test zero-downtime migration suite (run_tier_migration_suite.py), deploy the Terraform PSC blueprint (4.6), and continue to Workstream 5 (Executive Decision Guide &amp; Agentic Triad).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C — Dynamic Hybrid Hub-and-Spoke, PSC &amp; Zero-Downtime Tier Migration (Workstream 4)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2026-10-18T21:55:03Z</dcterms:created>
  <dcterms:modified xsi:type="dcterms:W3CDTF">2026-10-18T21:55:03Z</dcterms:modified>
</cp:coreProperties>
</file>