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C — Dynamic Hybrid: One Control Plane, Pooled &amp; Sovereign Tiers, Live Upgrades
Tenant-aware hub routing Standard to a shared pool and Enterprise over Private Service Connect to CMEK spokes, with 0-dropped-turn upgrades
Series: Multi-Tenant Agentic AI on Google Cloud • Gemini Enterprise Agent Platform (GEAP)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TL;DR
• Tiered SaaS needs Pattern A economics for Standard and Pattern B sovereignty for Enterprise — Pattern C serves both behind one SaaS URL.
• Unified Hybrid Control Hub (cymbal-hybrid-hub-prod): Cloud Armor/IAP, Cloud Run Router, Firestore Route Table, Cross-Project ARD Federated GEAP Registry.
• RetailStream (Standard) runs in the Shared Pooled Runtime at a 4,000 thinking cap; FinVault (Enterprise) is reached over PSC at psc://10.10.0.50.
• 3-Phase engine (SHADOW_SYNC → ATOMIC_CUTOVER → DRAIN_AND_VERIFY) promotes RetailStream to its own CMEK PSC spoke on the same live session.
• 4.5 suite verifies 4/4 PASS: 0 ms replication lag, 0 dropped sessions, 8,000 budget unclamped, rs-agent-cmek bound, zero global state bleed.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Tiered SaaS Needs Both Pooled and Sovereign
• RetailStream Corp: Microsoft Entra ID, shared Diagnostic Agent only, 4,000 thinking cap, shared AlloyDB RLS, SharePoint/ServiceNow via inline 3LO.
• FinVault Bank: Google Workspace OIDC, private Agent Alpha (Claude Sonnet), 8,000 budget, CMEK AlloyDB in a VPC-SC spoke, Workspace/Jira via 3LO.
• Neither pure pattern fits both rows; two disconnected stacks double the control plane and turn tier upgrades into maintenance windows.
• 4.4 triage: if you sell Standard on shared infra plus Enterprise with dedicated data spokes and custom agents, deploy Pattern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Hybrid Hub-and-Spoke Control Plane
• Single project cymbal-hybrid-hub-prod owns the public URL, External Application Load Balancer, Cloud Armor and IAP for both tiers.
• Cloud Run Router resolves the Hop 1 verified tenant_id against the Firestore Route Table: PATTERN_C_HYBRID_POOL or PATTERN_C_HYBRID_PSC_SPOKE.
• Standard route pool://cymbal-shared-pooled-runtime-v2; Enterprise route psc://10.10.0.50/.../finvault-agent-spoke-psc.
• PSC producer ServiceAttachment uses ACCEPT_MANUAL with a hub-only accept list; spokes reuse 10.40.0.0/20 and cannot reach back into the hub.
• Cross-Project ARD Federated GEAP Registry surfaces Agent Alpha to FinVault while returning 403 Forbidden to RetailStream.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5-Hop Chain in Pattern C
• Hop 1 strips forged X-Tenant-ID headers, verifies IdP JWT, mints RFC 8693 OBO + DPoP context — the only input to routing.
• Hop 2 federates spoke agent cards into the hub PDP and prunes tools via ADK 2.0 before_agent_callback.
• Hop 3 enforces 4,000 vs 8,000 budgets and Redis bulkheads from an instance-scoped tenant_profiles dict — never global TENANT_PROFILES.
• Hop 4 runs Shared Model Armor Multi-Tenant Prompt &amp; SDP in the pool and Spoke Model Armor Dedicated Spoke DLP &amp; NLC in each spoke.
• Hop 5 binds SET LOCAL app.current_tenant for AlloyDB RLS, brokers 2LO/3LO tokens, and emits OTel audit traces to BigQuery.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Zero-Downtime Live Tier Upgrade (Standard → Enterprise)
• TEST 1A/1B: RetailStream clamped to 4,000 in the pool; FinVault gets 8,000 over PSC on sess-fv-hybrid-01.
• SHADOW_SYNC: Terraform provisions cymbal-retailstream-spoke-prod, CMEK key and PSC attachment; RLS rows replicate to 0 ms lag.
• ATOMIC_CUTOVER: one replace() profile write flips tier, 8,000 budget, redis_rpm_limit 600, CMEK and route to psc://10.10.0.51.
• DRAIN_AND_VERIFY: in-flight pooled turns finish; dropped_sessions == 0; status MIGRATION_COMPLETE.
• TEST 3: same sess-rs-live-upgrade-01 and DPoP key now ENTERPRISE, unclamped 8,000, rs-agent-cmek bound.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 Collaboration, Terraform Blueprint &amp; Codelab
• 4.4 aligned Cross-Project Registry, PSC Spoke Bridge and Live Tier Migration with product engineering plus a GA Field Enablement Playbook.
• 4.6 main.tf: hub VPC/subnet 10.10.0.0/20, spoke PSC NAT subnet 10.40.240.0/24, service attachment, 10.10.0.50 consumer endpoint.
• 90-minute L400 Master Codelab: router, PSC wiring, SHADOW_SYNC + ATOMIC_CUTOVER, DRAIN_AND_VERIFY session continuity.
• go/demos slug geap-multi-tenant-pattern-c-hybrid with a 5-minute video script ending on ALL 4 PATTERN C TESTS PASSED.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FinOps &amp; SLA Outcomes
• Pooled tier keeps up to 90% COGS savings from shared ContextCacheConfig; enterprise spokes get dedicated quotas with zero noisy neighbours.
• Budgets, rate limits and CMEK live in one instance-scoped profile and flip atomically — no half-migrated state.
• Unidirectional PSC limits blast radius: the hub initiates, the spoke never connects back.
• Standard → Enterprise becomes a same-day product action with no URL change and no re-authentication.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C: Dynamic Hybrid Hub-and-Spoke, Private Service Connect &amp; Live Tier Migration
Milestone 3 (Weeks 7–10) • Unified Control Plane Routing Standard to Shared Pool &amp; Enterprise to PSC Spokes (0 Dropped Turns)
• Start at the actor: Standard &amp; Enterprise Single Unified SaaS URL — one hostname for both tiers, step 1 Request in, step 7 Response out.
• Routing hub: Cloud Armor &amp; IAP + OBO/DPoP, Cross-Project ARD Federated GEAP Registry, Firestore Route Table, ALB, Cloud Run Router.
• Governance hub: 3-Phase Zero-Downtime Tier Migration Engine — SHADOW_SYNC (0ms Lag Copy), ATOMIC_CUTOVER, DRAIN_AND_VERIFY (4/4 PASS).
• Trunk badge 3 'Route Standard to Pool or Enterprise via PSC' fans out; badge 7 'Seamless response (0 dropped sessions)' returns.
• Left spoke: Shared Pooled Runtime with Gemini 2.5 Pro 4,000 Thinking Cap + Cache and Shared AlloyDB RLS that Streams State to PSC Spoke.
• Right spoke: Dedicated Enterprise PSC Spokes, Unidirectional PSC Bridge, CMEK Spoke AlloyDB; dashed Live promotion: Pool -&gt; PSC Spoke.
Editable source: diagrams/ws4-pattern-c-hybrid-psc-and-migration.drawio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C: Dynamic Hybrid Hub-and-Spoke, Private Service Connect &amp; Live Tier Migration
Milestone 3 (Weeks 7–10) • Unified Control Plane Routing Standard to Shared Pool &amp; Enterprise to PSC Spokes (0 Dropped Turns)
• Start at the actor: Standard &amp; Enterprise Single Unified SaaS URL — one hostname for both tiers, step 1 Request in, step 7 Response out.
• Routing hub: Cloud Armor &amp; IAP + OBO/DPoP, Cross-Project ARD Federated GEAP Registry, Firestore Route Table, ALB, Cloud Run Router.
• Governance hub: 3-Phase Zero-Downtime Tier Migration Engine — SHADOW_SYNC (0ms Lag Copy), ATOMIC_CUTOVER, DRAIN_AND_VERIFY (4/4 PASS).
• Trunk badge 3 'Route Standard to Pool or Enterprise via PSC' fans out; badge 7 'Seamless response (0 dropped sessions)' returns.
• Left spoke: Shared Pooled Runtime with Gemini 2.5 Pro 4,000 Thinking Cap + Cache and Shared AlloyDB RLS that Streams State to PSC Spoke.
• Right spoke: Dedicated Enterprise PSC Spokes, Unidirectional PSC Bridge, CMEK Spoke AlloyDB; dashed Live promotion: Pool -&gt; PSC Spoke.
Editable source: diagrams/ws4-pattern-c-hybrid-psc-and-migration.drawio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component inventory for Pattern C: Dynamic Hybrid Hub-and-Spoke, Private Service Connect &amp; Live Tier Migration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Takeaways
• Pattern C routes isolation instead of duplicating it: one control plane, one URL, two execution tiers.
• Routing is keyed only on the Hop 1 cryptographic tenant_id — a client header can never claim Enterprise tier.
• Instance-scoped profile mutation makes the live upgrade safe: zero global state bleed across tenants or test runs.
• Private Service Connect removes CIDR overlap and VPC-peering limits while keeping spokes unidirectional and VPC-SC compatible.
• The migration is measurable: 0 ms lag, 0 dropped sessions, same session id, 4/4 suite gates passing.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the 4.6 Terraform PSC blueprint, run the 4.5 zero-downtime upgrade suite, then continue to Workstream 5 for the decision guide and capstone.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image" Target="../media/image-10-17.png"/><Relationship Id="rId18" Type="http://schemas.openxmlformats.org/officeDocument/2006/relationships/image" Target="../media/image-10-18.png"/><Relationship Id="rId19" Type="http://schemas.openxmlformats.org/officeDocument/2006/relationships/image" Target="../media/image-10-19.png"/><Relationship Id="rId20" Type="http://schemas.openxmlformats.org/officeDocument/2006/relationships/image" Target="../media/image-10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82296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• PATTERN C — DYNAMIC HYBRID, PSC &amp; LIVE TIER MIGRATION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8655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— Dynamic Hybrid: One Control Plane, Pooled &amp; Sovereign Tiers, Live Upgrades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Tenant-aware hub routing Standard to a shared pool and Enterprise over Private Service Connect to CMEK spokes, with 0-dropped-turn upgrades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12064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diagram slide is 100% native editable (PromptCanvas Vision Decompiler → Draw.io → PowerPoint / Google Slides)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reference: https://docs.cloud.google.com/architecture/multi-tenant-agentic-ai-system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Executive TL;DR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Tiered SaaS needs Pattern A economics for Standard and Pattern B sovereignty for Enterprise — Pattern C serves both behind one SaaS URL.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 (cymbal-hybrid-hub-prod): Cloud Armor/IAP, Cloud Run Router, Firestore Route Table, Cross-Project ARD Federated GEAP Registry.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(Standard) runs in the Shared Pooled Runtime at a 4,000 thinking cap; FinVault (Enterprise) is reached over PSC at psc://10.10.0.50.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engine (SHADOW_SYNC → ATOMIC_CUTOVER → DRAIN_AND_VERIFY) promotes RetailStream to its own CMEK PSC spoke on the same live session.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 suite verifies 4/4 PASS: 0 ms replication lag, 0 dropped sessions, 8,000 budget unclamped, rs-agent-cmek bound, zero global state bleed.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• Pattern C — Dynamic Hybrid, PSC &amp; Live Tier Migration • Multi-Tenant Agentic AI on Google Cloud • Gemini Enterprise Agent Platform (GEAP) &amp; ADK 2.0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Why Tiered SaaS Needs Both Pooled and Sovereign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Tiered SaaS Needs Both Pooled and Sovereign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Corp: Microsoft Entra ID, shared Diagnostic Agent only, 4,000 thinking cap, shared AlloyDB RLS, SharePoint/ServiceNow via inline 3LO.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Bank: Google Workspace OIDC, private Agent Alpha (Claude Sonnet), 8,000 budget, CMEK AlloyDB in a VPC-SC spoke, Workspace/Jira via 3LO.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pure pattern fits both rows; two disconnected stacks double the control plane and turn tier upgrades into maintenance windows.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 triage: if you sell Standard on shared infra plus Enterprise with dedicated data spokes and custom agents, deploy Pattern C.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• Pattern C — Dynamic Hybrid, PSC &amp; Live Tier Migration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Hybrid Hub-and-Spoke Control Plane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Hub-and-Spoke Control Plane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project cymbal-hybrid-hub-prod owns the public URL, External Application Load Balancer, Cloud Armor and IAP for both tiers.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 resolves the Hop 1 verified tenant_id against the Firestore Route Table: PATTERN_C_HYBRID_POOL or PATTERN_C_HYBRID_PSC_SPOKE.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route pool://cymbal-shared-pooled-runtime-v2; Enterprise route psc://10.10.0.50/.../finvault-agent-spoke-psc.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producer ServiceAttachment uses ACCEPT_MANUAL with a hub-only accept list; spokes reuse 10.40.0.0/20 and cannot reach back into the hub.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ARD Federated GEAP Registry surfaces Agent Alpha to FinVault while returning 403 Forbidden to RetailStream.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• Pattern C — Dynamic Hybrid, PSC &amp; Live Tier Migration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The 5-Hop Chain in Pattern C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5-Hop Chain in Pattern C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strips forged X-Tenant-ID headers, verifies IdP JWT, mints RFC 8693 OBO + DPoP context — the only input to routing.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 federates spoke agent cards into the hub PDP and prunes tools via ADK 2.0 before_agent_callback.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enforces 4,000 vs 8,000 budgets and Redis bulkheads from an instance-scoped tenant_profiles dict — never global TENANT_PROFILES.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 runs Shared Model Armor Multi-Tenant Prompt &amp; SDP in the pool and Spoke Model Armor Dedicated Spoke DLP &amp; NLC in each spoke.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 binds SET LOCAL app.current_tenant for AlloyDB RLS, brokers 2LO/3LO tokens, and emits OTel audit traces to BigQuery.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• Pattern C — Dynamic Hybrid, PSC &amp; Live Tier Migration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Zero-Downtime Live Tier Upgrade (Standard → Enterprise)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Zero-Downtime Live Tier Upgrade (Standard → Enterprise)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1A/1B: RetailStream clamped to 4,000 in the pool; FinVault gets 8,000 over PSC on sess-fv-hybrid-01.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SHADOW_SYNC: Terraform provisions cymbal-retailstream-spoke-prod, CMEK key and PSC attachment; RLS rows replicate to 0 ms lag.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ATOMIC_CUTOVER: one replace() profile write flips tier, 8,000 budget, redis_rpm_limit 600, CMEK and route to psc://10.10.0.51.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DRAIN_AND_VERIFY: in-flight pooled turns finish; dropped_sessions == 0; status MIGRATION_COMPLETE.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3: same sess-rs-live-upgrade-01 and DPoP key now ENTERPRISE, unclamped 8,000, rs-agent-cmek bound.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• Pattern C — Dynamic Hybrid, PSC &amp; Live Tier Migration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Product Collaboration, Terraform Blueprint &amp; Codelab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Collaboration, Terraform Blueprint &amp; Codelab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 aligned Cross-Project Registry, PSC Spoke Bridge and Live Tier Migration with product engineering plus a GA Field Enablement Playbook.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 main.tf: hub VPC/subnet 10.10.0.0/20, spoke PSC NAT subnet 10.40.240.0/24, service attachment, 10.10.0.50 consumer endpoint.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90-minute L400 Master Codelab: router, PSC wiring, SHADOW_SYNC + ATOMIC_CUTOVER, DRAIN_AND_VERIFY session continuity.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go/demos slug geap-multi-tenant-pattern-c-hybrid with a 5-minute video script ending on ALL 4 PATTERN C TESTS PASSED.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• Pattern C — Dynamic Hybrid, PSC &amp; Live Tier Migration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FinOps &amp; SLA Outcomes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FinOps &amp; SLA Outcomes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tier keeps up to 90% COGS savings from shared ContextCacheConfig; enterprise spokes get dedicated quotas with zero noisy neighbours.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Budgets, rate limits and CMEK live in one instance-scoped profile and flip atomically — no half-migrated state.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 PSC limits blast radius: the hub initiates, the spoke never connects back.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→ Enterprise becomes a same-day product action with no URL change and no re-authentication.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• Pattern C — Dynamic Hybrid, PSC &amp; Live Tier Migration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C: DYNAMIC HYBRID HUB-AND-SPOKE, PRIVATE SERVICE CONNECT &amp; LIVE TIER MIGRATION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VIS-WS4-PATTERN-C-HYBRID-PSC-AND-MIGRATION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23514" y="521208"/>
            <a:ext cx="5344668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6666" y="576072"/>
            <a:ext cx="5198364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C: DYNAMIC HYBRID HUB-AND-SPOKE, PRIVATE SERVICE CONNECT &amp; LIVE TIER MIGRATION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VIS-WS4-PATTERN-C-HYBRID-PSC-AND-MIGRATION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 (cymbal-hybrid-hub-prod) + PSC Bridge to Sovereign Spokes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VPC • Tenant-Aware Router &amp; 3-Phase Live Tier Migrator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Tier: Shared Pooled Plane (Initial RetailStream Route)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Tier: Private Service Connect (PSC) Spokes (FinVault + Upgraded RetailStream)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pool://cymbal-shared-pooled-v2 (90% Cache Savings)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Enterprise PSC Spokes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psc://10.10.0.50 (FinVault) &amp; psc://10.10.0.51 (Retail)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Control Plane &amp; Intelligent Router Hub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live routing table + Cross-Project GEAP Registry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Zero-Downtime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Migration Engine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4.1 • PATTERN C BLUEPRINT] Pattern C: Dynamic Hybrid Hub-and-Spoke, Private Service Connect (PSC) &amp; Live Tier Migration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3 (Weeks 7–10) • Unified Control Plane Routing Standard to Shared Pool &amp; Enterprise to PSC Spokes (0 Dropped Turns)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&amp; EnterpriseSingle Unified SaaS URL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Balancer • Cloud Load Balancing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SHADOW_SYNC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(0ms Lag Copy) • Streams RLS &amp; L4 Memory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DRAIN_AND_VERIFY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Dropped Turns (4/4 PASS)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ATOMIC_CUTOVER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Flips Firestore Route to PSC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RLS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for Phase 1 Shadow Sync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AlloyDB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Replicated State + CMEK Lock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Serves Standard SaaS Tier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 Target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Delegated 3LO Tools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MCP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Inside VPC-SC Spoke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Router &amp; Live Migrator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Prompt &amp; SDP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Thinking Cap + Cache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DLP &amp; NLC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&amp; Claude 3.7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Upgraded 8,000 Thinking Cap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&amp; IAP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SaaS URL + OBO/DPoP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ARD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GEAP Registry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Maps Tenant -&gt; Pool or PSC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promotion: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-&gt; PSC Spoke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State to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Bridge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8419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Storage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Seamless response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 dropped sessions)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Standard to Pool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Enterprise via PSC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route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lookup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621231" y="2312518"/>
            <a:ext cx="52212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619402" y="2878531"/>
            <a:ext cx="525780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route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C: Dynamic Hybrid Hub-and-Spoke, Private Service Connect &amp; Live Tier Migration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at the actor: Standard &amp; Enterprise Single Unified SaaS URL — one hostname for both tiers, step 1 Request in, step 7 Response out.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hub: Cloud Armor &amp; IAP + OBO/DPoP, Cross-Project ARD Federated GEAP Registry, Firestore Route Table, ALB, Cloud Run Router.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hub: 3-Phase Zero-Downtime Tier Migration Engine — SHADOW_SYNC (0ms Lag Copy), ATOMIC_CUTOVER, DRAIN_AND_VERIFY (4/4 PASS).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Trunk badge 3 'Route Standard to Pool or Enterprise via PSC' fans out; badge 7 'Seamless response (0 dropped sessions)' returns.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spoke: Shared Pooled Runtime with Gemini 2.5 Pro 4,000 Thinking Cap + Cache and Shared AlloyDB RLS that Streams State to PSC Spoke.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spoke: Dedicated Enterprise PSC Spokes, Unidirectional PSC Bridge, CMEK Spoke AlloyDB; dashed Live promotion: Pool -&gt; PSC Spoke.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diagrams/ws4-pattern-c-hybrid-psc-and-migration.drawio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C: DYNAMIC HYBRID HUB-AND-SPOKE, PRIVATE SERVICE CONNECT &amp; LIVE TIER MIGRATION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Unified Hybrid Control Hub (cymbal-hybrid-hub-prod) + PSC Bridge to Sovereign Spokes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Hub VPC • Tenant-Aware Router &amp; 3-Phase Live Tier Migrator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Tier: Shared Pooled Plane (Initial RetailStream Route)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Enterprise Tier: Private Service Connect (PSC) Spokes (FinVault + Upgraded RetailStream)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Pooled Runtime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pool://cymbal-shared-pooled-v2 (90% Cache Savings)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Enterprise PSC Spokes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psc://10.10.0.50 (FinVault) &amp; psc://10.10.0.51 (Retail)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Unified Control Plane &amp; Intelligent Router Hub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Firestore live routing table + Cross-Project GEAP Registry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3-Phase Zero-Downtime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Migration Engine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4.1 • PATTERN C BLUEPRINT] Pattern C: Dynamic Hybrid Hub-and-Spoke, Private S…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Milestone 3 (Weeks 7–10) • Unified Control Plane Routing Standard to Shared Pool &amp; Enterprise to PSC Spokes (…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&amp; EnterpriseSingle Unified SaaS URL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 Balancer • Cloud Load Balancing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SHADOW_SYNC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(0ms Lag Copy) • Streams RLS &amp; L4 Memory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DRAIN_AND_VERIFY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Dropped Turns (4/4 PASS)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ATOMIC_CUTOVER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Flips Firestore Route to PSC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Key Takeaways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routes isolation instead of duplicating it: one control plane, one URL, two execution tiers.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is keyed only on the Hop 1 cryptographic tenant_id — a client header can never claim Enterprise tier.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Instance-scoped profile mutation makes the live upgrade safe: zero global state bleed across tenants or test runs.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Service Connect removes CIDR overlap and VPC-peering limits while keeping spokes unidirectional and VPC-SC compatible.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migration is measurable: 0 ms lag, 0 dropped sessions, same session id, 4/4 suite gates passing.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the 4.6 Terraform PSC blueprint, run the 4.5 zero-downtime upgrade suite, then continue to Workstream 5 for the decision guide and capstone.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Assets, Editable Diagrams &amp; Source Documents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04088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 &amp; Editable Diagrams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52728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926080"/>
                <a:gridCol w="2926080"/>
                <a:gridCol w="1767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Editable Draw.io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Draw.io Render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Vision AST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4.1 • PATTERN C BLUEPRINT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C: Dynamic Hybrid Hub-and-Spoke, Private Service Connect (PSC) &amp; Live Tier Migration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diagrams/ws4-pattern-c-hybrid-psc-and-migration.drawio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diagrams/ws4-pattern-c-hybrid-psc-and-migration.drawio.png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diagrams/vision_metadata/ws4-pattern-c-hybrid-psc-and-migration.vision.json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709160"/>
            <a:ext cx="10911535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Blog: blogs/ws4-pattern-c-hybrid-dynamic-tiering.md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workstream-4-pattern-c-hybrid/4.1-case-study-and-solution-architecture.md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workstream-4-pattern-c-hybrid/4.5-zero-downtime-tier-upgrade-suite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workstream-4-pattern-c-hybrid/4.7-blog-dynamic-tiering-and-migration.md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reference: https://docs.cloud.google.com/architecture/multi-tenant-agentic-ai-system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https://github.com/nitinaggarwal-12/blogs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C — Dynamic Hybrid: One Control Plane, Pooled &amp; Sovereign Tiers, Live Upgrades</dc:title>
  <dc:subject>PptxGenJS Presentation</dc:subject>
  <dc:creator>Google Cloud FDE • PromptCanvas Vision Decompiler</dc:creator>
  <cp:lastModifiedBy>Google Cloud FDE • PromptCanvas Vision Decompiler</cp:lastModifiedBy>
  <cp:revision>1</cp:revision>
  <dcterms:created xsi:type="dcterms:W3CDTF">2026-10-08T12:11:29Z</dcterms:created>
  <dcterms:modified xsi:type="dcterms:W3CDTF">2026-10-08T12:11:29Z</dcterms:modified>
</cp:coreProperties>
</file>