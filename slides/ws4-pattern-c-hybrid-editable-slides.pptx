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Terraform Hybrid PSC Blueprint &amp; Portfolio FinOps
• Dual-Provider Terraform Blueprint (`4.6-terraform-hybrid-psc-blueprint`): Uses `google.hub` and `google.spoke` provider aliases to wire the Hub VPC, Spoke `/24` PSC NAT subnet, Producer ServiceAttachment, and Consumer Endpoint.
• Instance-Scoped Profile Mutation (`Forensic Check F-09`): Deep-copies tenant profiles per runtime instance so live tier upgrades never mutate global module state or bleed across concurrent test suites.
• 90-Minute Hands-On Hybrid Codelab (`4.4-hands-on-codelab.md`): Walks architects through building the Firestore tier router, establishing the unidirectional PSC bridge, and executing a live mid-session tier upgrade.
• Blended Portfolio Economics (74% Total Cloud Savings): Combines 90% shared caching margins on 950 Standard tenants with dedicated sovereign SLAs on 50 Enterprise tenants behind one unified SaaS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ACT III: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ACT III: PATTERN C BLENDED FINOPS, PSC &amp; LIVE MOBILITY MODEL: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Parity Verified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Hybrid PSC Blueprint &amp; Portfolio FinOps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Dual-Provider Terraform Blueprint (4.6-terraform-hybrid-psc-blueprint)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google.hub and google.spoke provider aliases to wire the Hub VPC, Spoke /24 PSC NAT subnet, Producer ServiceAttachment, and Consumer Endpoint.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workstream-4-pattern-c-hybrid/4.6-terraform-hybrid-psc-blueprint/main.tf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Outputs spoke_psc_service_attachment_uri &amp; hub_psc_consumer_ip (10.10.0.50)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PSC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Instance-Scoped Profile Mutation (Forensic Check F-09)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Deep-copies tenant profiles per runtime instance so live tier upgrades never mutate global module state or bleed across concurrent test suites.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copy.deepcopy(TENANT_PROFILES)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Forensic Check F-09 PASS: Zero Global State Bleed During Live Tier Upgrades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Thread-Safe State Isolation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Hybrid Codelab (4.4-hands-on-codelab.md)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architects through building the Firestore tier router, establishing the unidirectional PSC bridge, and executing a live mid-session tier upgrade.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workstream-4-pattern-c-hybrid/4.4-hands-on-codelab.md &amp; 4.5 Migration Suite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4 Live Migration Gates (SHADOW_SYNC -&gt; DRAIN_AND_VERIFY)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Hands-On Codelab &amp; Demo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Blended Portfolio Economics (74% Total Cloud Savings)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caching margins on 950 Standard tenants with dedicated sovereign SLAs on 50 Enterprise tenants behind one unified SaaS brand.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Standard Pooled Tenants ($42/mo) + 50 Enterprise PSC Spokes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Total Cloud Spend vs. All-Siloed • 99.99% Enterprise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FinOps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3-Phase Live Tenant Promotion Cutover Window (Standard → Enterprise Spoke)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BLENDED FINOPS, PSC &amp; LIVE MOBILITY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Day-2 Operating Model &amp; SLAs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