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Multi-Tier SaaS Serving Both Pooled Standard &amp; Sovereign Enterprise
• Standard Commercial Tier Profile (RetailStream Baseline): Authenticates via Microsoft Entra ID, runs in the shared Pattern A pool with a 4,000-token thinking cap, and shares an AlloyDB RLS cluster ($42/mo).
• Regulated Enterprise Tier Profile (FinVault Spoke): Authenticates via Google Workspace, invokes private Agent Alpha with an 8,000-token budget, and mandates a dedicated CMEK-encrypted spoke project ($1,850/mo).
• Why Maintaining Two Separate Products Fails: Operating disconnected Pooled and Siloed platforms doubles CI/CD maintenance, fragments the URL/API surface, and forces offline downtime when customers upgrade tiers.
• The Pattern C Solution (Route Isolation, Not Product Duplication): Centralizes identity, WAF, and routing in a shared Hub while dynamically dispatching execution to the shared pool or dedicated PSC spokes.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Hub-and-Spoke Control Plane &amp; Private Service Connect (PSC)
• Central Ingress &amp; Routing Hub (`cymbal-hybrid-hub-prod`): Hosts the Global External ALB, Cloud Armor WAF, IAP OIDC verifier, Cross-Project Agent Registry, and Firestore Tenant Routing Table.
• Consumer PSC Endpoint in the Hub (`10.10.0.50`): The Hub VPC (`10.10.0.0/20`) binds an internal Private Service Connect forwarding rule directly to each Enterprise tenant’s spoke ServiceAttachment URI.
• Producer ServiceAttachment in Each Spoke (`ACCEPT_MANUAL`): Each Enterprise spoke project exposes its private Cloud Run / GKE agent runtime via a `/24` PSC NAT subnet (`10.40.240.0/24`) whitelisting only the Hub project.
• Zero CIDR Overlap &amp; Unidirectional Security: Because PSC performs source NAT at the attachment boundary, all 1,000+ Enterprise spokes can reuse identical `10.40.0.0/20` VPC CIDRs and can never initiate reverse connections into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ACT III: PATTERN C ZERO-DOWNTIME LIVE TIER MIGRATION STATE MACHINE: Workstream 4 Pattern C State Machine  •  Stage 1 SHADOW_SYNC → Stage 2 ATOMIC_CUTOVER (0ms) → Stage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ACT III: PATTERN C BLENDED FINOPS, PSC &amp; LIVE MOBILITY MODEL: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Zero-Downtime Live Tier Migration (SHADOW_SYNC → ATOMIC_CUTOVER → DRAIN_AND_VERIFY): Promotes a live Standard tenant into a dedicated Enterprise PSC spoke mid-conversation without dropping a single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Multi-Tier SaaS Serving Both Pooled Standard &amp; Sovereign Enterprise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 Profile (RetailStream Baseline)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ID, runs in the shared Pattern A pool with a 4,000-token thinking cap, and shares an AlloyDB RLS cluster ($42/mo).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Route: pool://cymbal-shared-pooled-runtime-v2 • AlloyDB RLS • 90% Prefix Cache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STANDARD • 120 RPM • 4,000 Thinking Tokens • $42/mo Unit Cost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Pooled Tier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Tier Profile (FinVault Spoke)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Workspace, invokes private Agent Alpha with an 8,000-token budget, and mandates a dedicated CMEK-encrypted spoke project ($1,850/mo).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Route: psc://finvault-agent-spoke-psc • Dedicated VPC-SC &amp; CMEK Vault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• 600 RPM • 8,000 Thinking Tokens • $1,850/mo Dedicated SLA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Spoke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Why Maintaining Two Separate Products Fails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Operating disconnected Pooled and Siloed platforms doubles CI/CD maintenance, fragments the URL/API surface, and forces offline downtime when customers upgrade tiers.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80% Reusable ADK 2.0 Codebase • Unified Public Domain &amp; OAuth Redirects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Dual-Product Engineering Overhead &amp; Customer Re-Onboarding Friction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Product Fragmentation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Pattern C Solution (Route Isolation, Not Product Duplication)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identity, WAF, and routing in a shared Hub while dynamically dispatching execution to the shared pool or dedicated PSC spokes.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Firestore Per-Tenant Routing Metadata (isolation_pattern, target_endpoint)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Standard -&gt; Enterprise Upsells into an Instant Software-Defined Flip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Frictionless Revenue Expansion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Hub-and-Spoke Control Plane &amp; Private Service Connect (PSC)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Ingress &amp; Routing Hub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the Global External ALB, Cloud Armor WAF, IAP OIDC verifier, Cross-Project Agent Registry, and Firestore Tenant Routing Table.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VPC: cymbal-pattern-c-hub-vpc (10.10.0.0/20) • Cloud Run Hybrid Router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Sub-2ms Tier Lookup in Firestore • Enforces Hop 1 OBO/DPoP &amp; Hop 2 Catalog Filter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Zone 1: Central Routing Hub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 in the Hub (10.10.0.50)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Hub VPC (10.10.0.0/20) binds an internal Private Service Connect forwarding rule directly to each Enterprise tenant’s spoke ServiceAttachment URI.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google_compute_address (10.10.0.50) + google_compute_forwarding_rule (PSC Consumer)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Private Layer-4/7 Tunnel Across Project Boundaries Without Public IP Exposure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Consumer PSC Endpoint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Producer ServiceAttachment in Each Spoke (ACCEPT_MANUAL)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spoke project exposes its private Cloud Run / GKE agent runtime via a /24 PSC NAT subnet (10.40.240.0/24) whitelisting only the Hub project.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google_compute_service_attachment (connection_preference = 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Explicitly Whitelists Only cymbal-hybrid-hub-prod (Connection Limit = 10)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 Attachment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CIDR Overlap &amp; Unidirectional Security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PSC performs source NAT at the attachment boundary, all 1,000+ Enterprise spokes can reuse identical 10.40.0.0/20 VPC CIDRs and can never initiate reverse connections into the Hub.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PSC NAT Subnet (cymbal-psc-nat-us-west1 / 10.40.240.0/24) • Identical Spoke CIDRs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Bypasses 25-Peer VPC Peering Quota &amp; Guarantees One-Way Hub -&gt; Spoke Traffic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Infinite Spoke Scalability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Spoke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Spoke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 → Stream Memory &amp; AlloyDB Delta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Parity Verified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requests keep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serving with zero pause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during dual-write sync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0 Dropped Active Sessions (0ms Lag)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Serve via PSC Spoke (10.10.0.50:443)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Tombstone &amp; Purge Old Pooled Rows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0ms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"ENTERPRISE_SPOKE",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"route": "psc://10.10.0.50",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"spoke_prj": "cymbal-retail",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"cutover_lag_ms":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"dropped_sessions": 0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/28 PRIVATE_SERVICE_CONNECT NAT subnet bridging shared control plane to sovereign VPC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screenshots/cloud-console/gcp_console_06_vpc_psc_nat_subnet_live.png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Vertex AI Agent Builder &amp; Engine routing table for zero-downtime Standard → Enterprise migration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screenshots/cloud-console/gcp_console_09_vertex_ai_agent_builder_engines.png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ZERO-DOWNTIME LIVE TIER MIGRATION STATE MACHINE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Live Tenant Promotion Cutover Window (Standard Pool → Enterprise Spoke)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SHADOW_SYNC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• Dual-Write Active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ATOMIC_CUTOVER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• 0ms Cutover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DRAIN_VERIFY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Turns • Tombstone Purge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State Machine  •  Stage 1 SHADOW_SYNC → Stage 2 ATOMIC_CUTOVER (0ms) → Stage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PATTERN C BLENDED FINOPS, PSC &amp; LIVE MOBILITY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Day-2 Operating Model &amp; SLAs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2026-10-19T07:09:02Z</dcterms:created>
  <dcterms:modified xsi:type="dcterms:W3CDTF">2026-10-19T07:09:02Z</dcterms:modified>
</cp:coreProperties>
</file>