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C — Dynamic Hybrid Hub-and-Spoke, PSC &amp; Zero-Downtime Tier Migration (Workstream 4)
Unifying high-margin Pooled Standard tenants and sovereign Enterprise spokes behind one SaaS URL using Private Service Connect (PSC) and a 3-phase zero-downtime live tier upgrade engine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• Standard and Enterprise tenants connect to one unified SaaS URL at Step 1 and receive a tier-isolated response at Step 7 (`0` dropped sessions).
• Zone 1 (Central Routing Hub): Cloud Armor, IAP OBO/DPoP, Federated Agent Registry, and Firestore Route Table resolve each tenant’s live tier.
• Zone 2 (Zero-Downtime Migration Engine): Orchestrates Phase 1 `SHADOW_SYNC` (0ms lag), Phase 2 `ATOMIC_CUTOVER`, and Phase 3 `DRAIN_AND_VERIFY` (`4/4 PASS`).
• Zone 3 (Pattern A Shared Pooled Spoke): Serves Standard tenants with a 4,000-token cap, 90% shared prefix cache, and AlloyDB RLS while streaming CDC state.
• Zone 4 (Pattern B Dedicated PSC Spoke): Serves Enterprise tenants across unidirectional Private Service Connect (`10.10.0.50`) with an 8,000-token budget and CMEK.
Editable source: diagrams/ws4-pattern-c-hybrid-psc-and-migration.drawio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Hub-and-Spoke Control Plane &amp; Private Service Connect (PSC)
• Central Ingress &amp; Routing Hub (`cymbal-hybrid-hub-prod`): Hosts the Global External ALB, Cloud Armor WAF, IAP OIDC verifier, Cross-Project Agent Registry, and Firestore Tenant Routing Table.
• Consumer PSC Endpoint in the Hub (`10.10.0.50`): The Hub VPC (`10.10.0.0/20`) binds an internal Private Service Connect forwarding rule directly to each Enterprise tenant’s spoke ServiceAttachment URI.
• Producer ServiceAttachment in Each Spoke (`ACCEPT_MANUAL`): Each Enterprise spoke project exposes its private Cloud Run / GKE agent runtime via a `/24` PSC NAT subnet (`10.40.240.0/24`) whitelisting only the Hub project.
• Zero CIDR Overlap &amp; Unidirectional Security: Because PSC performs source NAT at the attachment boundary, all 1,000+ Enterprise spokes can reuse identical `10.40.0.0/20` VPC CIDRs and can never initiate reverse connections into the 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WS4 • Pattern C Hub-and-Spoke Control Plane &amp; Unidirectional PSC Topology: Workstream 4 Pattern C Dynamic Hybrid  •  Shared Hub Control Plane + Unidirectional PSC Spokes + 0ms Live Cutover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WS4 • Pattern C Zero-Downtime Tenant Promotion (Standard Pool → PSC Spoke): Workstream 4 Pattern C Hybrid Tiering  •  Zero-Downtime Promotion from Shared Pool to Dedicated PSC Spoke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WS4 • 5-Actor UML Sequence: Zero-Downtime Live Tier Upgrade (Standard → PSC): Workstream 4 Pattern C Sequence  •  SHADOW_SYNC → CMEK Re-Key → 0ms Atomic Firestore Flip → Drain &amp; Purge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WS4 • Pattern C Unidirectional Private Service Connect &amp; Live Cutover Flow: Workstream 4 Pattern C Pipeline  •  Unidirectional /28 PSC NAT Traversal + 0ms Firestore Pointer Cutover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Zero-Downtime Live Tier Migration Protocol (4/4 PASS)
• Phase 1 (`SHADOW_SYNC`): Provisions the target Enterprise spoke project, Cloud KMS key, and PSC attachment while streaming AlloyDB RLS rows and L1–L5 Memory Bank state to 0ms replication lag.
• Phase 2 (`ATOMIC_CUTOVER`): Executes a single atomic Firestore transaction flipping the tenant’s route from `pool://` to `psc://`, unlocking the 8,000-token budget and CMEK binding simultaneously.
• Phase 3 (`DRAIN_AND_VERIFY`): Drains any in-flight pooled turn without interruption and routes the very next message in the same active `session_id` into the dedicated PSC spoke (`0` dropped sessions).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Terraform Hybrid PSC Blueprint &amp; Portfolio FinOps
• Dual-Provider Terraform Blueprint (`4.6-terraform-hybrid-psc-blueprint`): Uses `google.hub` and `google.spoke` provider aliases to wire the Hub VPC, Spoke `/24` PSC NAT subnet, Producer ServiceAttachment, and Consumer Endpoint.
• Instance-Scoped Profile Mutation (`Forensic Check F-09`): Deep-copies tenant profiles per runtime instance so live tier upgrades never mutate global module state or bleed across concurrent test suites.
• 90-Minute Hands-On Hybrid Codelab (`4.4-hands-on-codelab.md`): Walks architects through building the Firestore tier router, establishing the unidirectional PSC bridge, and executing a live mid-session tier upgrade.
• Blended Portfolio Economics (74% Total Cloud Savings): Combines 90% shared caching margins on 950 Standard tenants with dedicated sovereign SLAs on 50 Enterprise tenants behind one unified SaaS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4 • Pattern C — Dynamic Hybrid, PSC &amp; Live Tier Migration.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WS4 • Pattern C Zero-Downtime Live Tier Migration Timeline: Workstream 4 Pattern C Timeline  •  Phase 1 SHADOW_SYNC → Phase 2 ATOMIC_CUTOVER (0ms) → Phase 3 DRAIN_AND_VERIFY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WS4 • Pattern C Blended FinOps, Unidirectional PSC &amp; Live Mobility: Workstream 4 Pattern C Operating Model  •  74% Portfolio Savings + Unidirectional PSC + 0ms Live Tier Mobility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Route Isolation Instead of Duplicating Products: Serve every customer tier behind one unified SaaS domain and control plane while dispatching requests dynamically to pooled or sovereign boundaries.
• Bind Tier Routing Strictly to Cryptographic Identity: Derive routing decisions exclusively from the Hop 1 OBO/DPoP token and Firestore routing table so callers can never spoof headers to access Enterprise spokes.
• Scale to 1,000+ Enterprise Spokes with Private Service Connect: NAT-based PSC ServiceAttachments eliminate VPC peering quotas, allow identical spoke CIDRs (`10.40.0.0/20`), and enforce one-way hub-to-spoke calls.
• Turn Tier Upgrades into a Zero-Downtime Self-Service Feature: Use the 3-phase migration state machine (`SHADOW_SYNC` → `ATOMIC_CUTOVER` → `DRAIN_AND_VERIFY`) to promote live sessions without dropping a single turn.
• Isolate Runtime Profile State per Instance: Deep-copy tenant routing profiles per engine instance (`F-09`) so dynamic tier promotions never cause cross-tenant configuration bleed.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• PATTERN C — DYNAMIC HYBRID, PSC &amp; LIVE TIER MIGRATION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— Dynamic Hybrid Hub-and-Spoke, PSC &amp; Zero-Downtime Tier Migration (Workstream 4)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Unifying high-margin Pooled Standard tenants and sovereign Enterprise spokes behind one SaaS URL using Private Service Connect (PSC) and a 3-phase zero-downtime live tier upgrade engine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One Unified SaaS Front Door for Every Tier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fronts both Standard pooled tenants ($42/mo) and regulated Enterprise sovereign spokes ($1,850/mo) behind a single Global Application Load Balancer URL.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Tier Lookup &amp; Dispatch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Armor, IAP, and the Cloud Run Hybrid Router inspect the verified OBO/DPoP identity token, query the Firestore routing table, and dispatch traffic per tenant tier.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 Private Service Connect (PSC) Bridges: Enterprise requests traverse NAT-based PSC endpoints (10.10.0.50) into dedicated spoke projects (ServiceAttachment) with zero VPC peering or IP overlap.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3-Phase Zero-Downtime Live Tier Migration (SHADOW_SYNC → ATOMIC_CUTOVER → DRAIN_AND_VERIFY): Promotes a live Standard tenant into a dedicated Enterprise PSC spoke mid-conversation without dropping a single turn.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6" name="Text 54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Arc (14 Slides): Act I Architecture → Act II Runtime → Act III Proof &amp; Rollout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C: Dynamic Hybrid Hub-and-Spoke, Private Service Connect &amp; Live Tier Migration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serve both high-density Standard tenants (Pooled) and regulated Enterprise tenants (Dedicated Spokes) behind a single unified SaaS URL—and upgrade a live tenant from Pooled to a Dedicated Spoke with zero dropped sessions?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Unified Ingress Hub &amp; Tier-Aware Router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Fronts all customers behind one SaaS URL, verifies identity at Hop 1, queries the Firestore route table, and filters the cross-project Agent Catalog.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3-Phase Zero-Downtime Migration Engine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Orchestrates live Standard → Enterprise promotions across SHADOW_SYNC (0ms lag), ATOMIC_CUTOVER, and DRAIN_AND_VERIFY (0 dropped sessions).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Left Spoke: Shared Pooled Runtime (Standard)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Standard-tier workloads (pool://, 4,000 thinking cap, 90% shared cache, AlloyDB RLS) and streams state during live tier upgrades.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Right Spoke: Dedicated Enterprise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Connects via unidirectional Private Service Connect (psc://, /28 NAT subnet) to dedicated CMEK-encrypted Enterprise spokes (8,000 thinking budget).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and Enterprise tenants connect to one unified SaaS URL at Step 1 and receive a tier-isolated response at Step 7 (0 dropped sessions).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(Central Routing Hub): Cloud Armor, IAP OBO/DPoP, Federated Agent Registry, and Firestore Route Table resolve each tenant’s live tier.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(Zero-Downtime Migration Engine): Orchestrates Phase 1 SHADOW_SYNC (0ms lag), Phase 2 ATOMIC_CUTOVER, and Phase 3 DRAIN_AND_VERIFY (4/4 PASS).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Shared Pooled Spoke): Serves Standard tenants with a 4,000-token cap, 90% shared prefix cache, and AlloyDB RLS while streaming CDC state.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(cymbal-pattern-c-finvault-spoke-vpc • 10.140.0.0/24)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 -&gt; psc://10.10.0.50 &amp; .51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pattern_c_psc_endpoints_registry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DMS CDC)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Route to psc://10.10.0.51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KMS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Spoke Ingress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IAP • Single SaaS URL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Catalog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Agent Catalog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pattern_c_psc_endpoints_registry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VIS-WS4-PATTERN-C-HYBRID-PSC-AND-MIGRATION (diagrams/ws4-pattern-c-hybrid-psc-and-migration.drawio)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74%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Lower Blended Portfolio Cloud Spend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950 Standard tenants in the shared pool and 50 regulated Enterprise tenants in dedicated PSC spokes ($132k vs. $510k/mo).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 • Portfolio FinOps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0ms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Active Session Interruption During Tier Upgrade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3-phase dual-read/dual-write backfill, transactional AlloyDB RLS-to-CMEK cutover, and atomic Firestore routing table flip.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Tier Migration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4/4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Upgrade &amp; PSC Routing Gates PASS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Standard-to-Enterprise live promotion for RetailStream Corp with zero global state bleed across concurrent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4.5 Tier Migration Suite PASS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1-Way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Unidirectional Private Service Connect (PSC)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Hub router forwards traffic to Enterprise spoke service attachments (10.10.0.50 -&gt; /24 NAT) with zero reverse spoke-to-hub path.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Service Connect Spokes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Hub-and-Spoke Control Plane &amp; Private Service Connect (PSC)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Hub-and-Spoke Control Plane &amp; Private Service Connect (PSC)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Central Ingress &amp; Routing Hub (cymbal-hybrid-hub-prod)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Hosts the Global External ALB, Cloud Armor WAF, IAP OIDC verifier, Cross-Project Agent Registry, and Firestore Tenant Routing Table.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Hub VPC: cymbal-pattern-c-hub-vpc (10.10.0.0/20) • Cloud Run Hybrid Router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Sub-2ms Tier Lookup in Firestore • Enforces Hop 1 OBO/DPoP &amp; Hop 2 Catalog Filter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Zone 1: Central Routing Hub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 Endpoint in the Hub (10.10.0.50)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Hub VPC (10.10.0.0/20) binds an internal Private Service Connect forwarding rule directly to each Enterprise tenant’s spoke ServiceAttachment URI.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google_compute_address (10.10.0.50) + google_compute_forwarding_rule (PSC Consumer)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Private Layer-4/7 Tunnel Across Project Boundaries Without Public IP Exposure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 Consumer PSC Endpoint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Producer ServiceAttachment in Each Spoke (ACCEPT_MANUAL)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Enterprise spoke project exposes its private Cloud Run / GKE agent runtime via a /24 PSC NAT subnet (10.40.240.0/24) whitelisting only the Hub project.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google_compute_service_attachment (connection_preference = ACCEPT_MANUAL)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Explicitly Whitelists Only cymbal-hybrid-hub-prod (Connection Limit = 10)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 Attachment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CIDR Overlap &amp; Unidirectional Security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Because PSC performs source NAT at the attachment boundary, all 1,000+ Enterprise spokes can reuse identical 10.40.0.0/20 VPC CIDRs and can never initiate reverse connections into the Hub.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PSC NAT Subnet (cymbal-psc-nat-us-west1 / 10.40.240.0/24) • Identical Spoke CIDRs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Bypasses 25-Peer VPC Peering Quota &amp; Guarantees One-Way Hub -&gt; Spoke Traffic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Infinite Spoke Scalability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Google Cloud Product Stack &amp; Enterprise Tenant Use Cases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Hub-and-Spoke Control Plane &amp; Unidirectional PSC Topology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MULTI-TENANT INGRESS HUB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SaaS Control Plane)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850 Standard Tenants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($42/mo Pooled Path)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Promote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Enterprise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(Live Tier Upgrade)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150 Enterprise Tenants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($1,850/mo Spoke Path)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Global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Anycast URL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Firestore Tier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Lookup (0ms)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DUAL-PLANE TIER ROUTING ENGINE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(Hub VPC + /28 PSC NAT)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Tier Router &amp; Migration Coordinator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Firestore Atomic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Routing Table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SYNC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3-Phase Dual-Write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Migrator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 Endpoint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/28 NAT Subnet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Producer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Transitive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 Peering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ENTERPRISE SPOKE VPC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(Customer-Owned Producer Project)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 (ACCEPT_SELECTED) &amp; Internal ALB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 • Spoke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 • Spoke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Spoke Agent Engine &amp; Isolated Memory Bank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Customer-CMEK AlloyDB Vault &amp; Spoke MCP Servers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Dynamic Hybrid  •  Shared Hub Control Plane + Unidirectional PSC Spokes + 0ms Live Cutover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Zero-Downtime Tenant Promotion (Standard Pool → PSC Spoke)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Pre-Upgrade Standard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Routing State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"routing_config"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"STANDARD_POOLED"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"encryption"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&lt;shared pool RLS key&gt;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3-Phase Zero-Downtime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Migration Engine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Dual-Write Backfill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CMEK Re-Key &amp; Hash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0ms Firestore Flip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Promoted Enterprise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 Spoke State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"ENTERPRISE_SPOKE",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"route": "psc://10.10.0.50",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"spoke_prj": "cymbal-retail",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"cutover_lag_ms": 0,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"dropped_sessions": 0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Hybrid Tiering  •  Zero-Downtime Promotion from Shared Pool to Dedicated PSC Spoke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5-Actor UML Sequence: Zero-Downtime Live Tier Upgrade (Standard → PSC)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SRE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Admin / SRE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 Tier Router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SYNC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Migration Coordinator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Pool (Pattern A)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 Spoke (Pattern C)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64208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Admin triggers live tier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upgrade for retailstream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→ Enterprise)</a:t>
            </a:r>
            <a:endParaRPr lang="en-US" sz="82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POST /tier/promote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3182112" y="230428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3042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67712"/>
            <a:ext cx="15361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Coordinator initiates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SHADOW_SYNC dual-write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from Pool to PSC Spoke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3136392" y="2889504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200400" y="2688336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Start Dual-Write Sync → Stream Memory &amp; AlloyDB Delta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5285232" y="2944368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443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907792"/>
            <a:ext cx="15361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Re-encrypts state with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CMEK &amp; verifies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checksums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303520" y="334670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SHA-256 Checksum • Parity Verified</a:t>
            </a:r>
            <a:endParaRPr lang="en-US" sz="76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In-flight requests keep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serving with zero pause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during dual-write sync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SHADOW_SYNC Window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0 Dropped Active Sessions (0ms Lag)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Flip 0ms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Atomically flips Firestore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routing pointer to PSC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 via /28 PSC NAT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serves Enterprise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traffic &amp; shared pool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rows are purged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Serve via PSC Spoke (10.10.0.50:443)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Tombstone &amp; Purge Old Pooled Rows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0ms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Sequence  •  SHADOW_SYNC → CMEK Re-Key → 0ms Atomic Firestore Flip → Drain &amp; Purge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Unidirectional Private Service Connect &amp; Live Cutover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Hub-and-spoke PSC traversal and zero-downtime state synchronization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530352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Hub ALB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Tier Router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749040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822192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Endpoint (/28 NAT)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Spoke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&amp; AlloyDB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468880" y="1572768"/>
            <a:ext cx="1316736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05456" y="1627632"/>
            <a:ext cx="1243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Looks up tenant tier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 Firestore (0ms)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2505456" y="318211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505456" y="3730752"/>
            <a:ext cx="1243584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432304" y="3877056"/>
            <a:ext cx="1389888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87168" y="3913632"/>
            <a:ext cx="12801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Standard tenants route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directly to shared pool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($42/mo fast-path)</a:t>
            </a:r>
            <a:endParaRPr lang="en-US" sz="82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Enterprise tenants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traverse unidirectional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endpoint (10.10.0.50)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Spoke ServiceAttachment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forwards to dedicated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Engine &amp; CMEK DB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Live migration coordinator syncs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dual-write checksums &amp; flips Firestore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pointer back at the Hub with 0ms lag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Pipeline  •  Unidirectional /28 PSC NAT Traversal + 0ms Firestore Pointer Cutover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Zero-Downtime Live Tier Migration Protocol (4/4 PASS)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Zero-Downtime Live Tier Migration Protocol (4/4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971800"/>
                <a:gridCol w="3337560"/>
                <a:gridCol w="2910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Migration Phase &amp; Test Gate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Infrastructure Action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Session &amp; Quota State Transition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SLA &amp; Assertion (4/4 PASS)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(Pre-Upgrade)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Dual-Tier Routing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(STANDARD) and FinVault (ENTERPRISE) send concurrent turns through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routes to pool://shared-runtime (4,000 token cap); FinVault routes via psc://finvault-spoke (8,000 cap).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 PASS: Verified deterministic tier routing &amp; quota clamping prior to migration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1: SHADOW_SYNC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Spoke Provision &amp; CDC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Terraform provisions cymbal-retailstream-silo-prod, KMS CMEK, and PSC ServiceAttachment (ACCEPT_MANUAL).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Background CDC replicates RetailStream’s AlloyDB RLS rows and L1–L5 Memory Bank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2 PASS: replication_lag_ms == 0 and PSC connection status ACCEPTED before cutover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2: ATOMIC_CUTOVER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Firestore Route Flip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atomic transaction in Firestore updates RetailStream’s profile from POOLED to HYBRID_PSC_SPOKE.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Atomically binds psc://retailstream-agent-spoke-psc, agent-memory-cmek, 600 RPM, and 8,000 thinking budget.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 PASS: Sub-10ms atomic route flip with instance-scoped isolation (0 global state bleed)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3: DRAIN_AND_VERIFY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Mid-Session Continuity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In-flight pooled turn completes gracefully while the next turn on the same session_id hits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Active conversation sess-live-upgrade-99 seamlessly routes across PSC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 PASS: dropped_sessions == 0, 8,000 thinking budget active, CMEK encryption verified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Baseline (Pre-Upgrade) • Test 1: D…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1 PASS: Verified deterministic tier routing &amp; quota clamping prior to migration (RetailStream (STANDARD) and FinVault (ENTERPRI…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Phase 1: SHADOW_SYNC • Test 2: Spo…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2 PASS: replication_lag_ms == 0 and PSC connection status ACCEPTED before cutover (Terraform provisions cymbal-retailstream-sil…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Phase 2: ATOMIC_CUTOVER • Test 3:…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3 PASS: Sub-10ms atomic route flip with instance-scoped isolation (0 global state bleed) (Single atomic transaction in Firestor…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Phase 3: DRAIN_AND_VERIFY • Test 4…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4 PASS: dropped_sessions == 0, 8,000 thinking budget active, CMEK encryption verified (In-flight pooled turn completes graceful…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Side-by-Side Architectural Trade-Off &amp; Security Verification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Terraform Hybrid PSC Blueprint &amp; Portfolio FinOps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Terraform Hybrid PSC Blueprint &amp; Portfolio FinOps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Dual-Provider Terraform Blueprint (4.6-terraform-hybrid-psc-blueprint): Uses google.hub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Dual-Provider Terraform Blueprint (4.6-terraform-hybrid-psc-blueprint): Uses google.hub and google.spoke provider aliases to wire the Hub VPC, Spoke /24 PSC NAT subnet, Producer ServiceAttachment, and Consumer Endpoint.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workstream-4-pattern-c-hybrid/4.6-terraform-hybrid-psc-blueprint/main.tf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Outputs spoke_psc_service_attachment_uri &amp; hub_psc_consumer_ip (10.10.0.50)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PSC Automation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Instance-Scoped Profile Mutation (Forensic Check F-09)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Deep-copies tenant profiles per runtime instance so live tier upgrades never mutate global module state or bleed across concurrent test suites.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core-cymbal-agent/runtime_pipeline.py • copy.deepcopy(TENANT_PROFILES)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Forensic Check F-09 PASS: Zero Global State Bleed During Live Tier Upgrades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Thread-Safe State Isolation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90-Minute Hands-On Hybrid Codelab (4.4-hands-on-codelab.md)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Walks architects through building the Firestore tier router, establishing the unidirectional PSC bridge, and executing a live mid-session tier upgrade.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workstream-4-pattern-c-hybrid/4.4-hands-on-codelab.md &amp; 4.5 Migration Suite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Verifies All 4 Live Migration Gates (SHADOW_SYNC -&gt; DRAIN_AND_VERIFY)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Hands-On Codelab &amp; Demo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Blended Portfolio Economics (74% Total Cloud Savings)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shared caching margins on 950 Standard tenants with dedicated sovereign SLAs on 50 Enterprise tenants behind one unified SaaS brand.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950 Standard Pooled Tenants ($42/mo) + 50 Enterprise PSC Spokes ($1,850/mo)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74% Lower Total Cloud Spend vs. All-Siloed • 99.99% Enterprise Uptime SLA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Portfolio FinOps Impact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Compensating Controls, Terraform Blueprint &amp; FinOps Economics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• Pattern C — Dynamic Hybrid, PSC &amp; Live Tier Migration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C /28 PSC NAT SUBNET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/28 PRIVATE_SERVICE_CONNECT NAT subnet bridging shared control plane to sovereign VPC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nitinagga-ge-2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nitina-ggarwal-sandbox-647724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screenshots/cloud-console/gcp_console_06_vpc_psc_nat_subnet_live.png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VERTEX AI AGENT ENGINE REGISTRY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Vertex AI Agent Builder &amp; Engine routing table for zero-downtime Standard → Enterprise migration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screenshots/cloud-console/gcp_console_09_vertex_ai_agent_builder_engines.png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UNIDIRECTIONAL /28 PSC NAT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Hub-to-Spoke Bridge Without VPC Peering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Consumer PrivateServiceConnectEndpoint (10.10.0.50) targets Spoke ServiceAttachment with zero reverse ingress.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SHADOW_SYNC DUAL-WRITE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Checksum Parity &amp; CMEK Re-Encryption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live Memory Bank and AlloyDB rows to the dedicated spoke while re-keying under customer CMEK.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0ms ATOMIC FIRESTORE FLIP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4/4 Live Tier Upgrade Simulations PASS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run_tier_migration_suite.py verifies 0 dropped sessions and 0ms routing lag during Standard → Enterprise promotion.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74% PORTFOLIO TCO REDUCTION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$313,200/mo Blended vs. $1.85M/mo All-Silo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850 Standard tenants in the $42/mo pool and 150 Enterprise tenants in dedicated PSC spokes.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Zero-Downtime Live Tier Migration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Live Tenant Promotion Phases (Standard → Enterprise)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SHADOW_SYNC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Provision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Dual-Write Backfill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(T-30 to T-5 Min)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4.6 PSC Spoke +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 Memory &amp; SQL Backfill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ATOMIC_CUTOVER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Re-Key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Firestore Pointer Flip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(T-0 Cutover: 0ms)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Checksum Parity Verified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Atomic Route Flip to PSC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DRAIN_VERIFY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In-Flight Drain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Pool Purge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(T+1 to T+5 Min)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Dropped Sessions &amp; 100%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 Row Tombstone Purge</a:t>
            </a:r>
            <a:endParaRPr lang="en-US" sz="138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Timeline  •  Phase 1 SHADOW_SYNC → Phase 2 ATOMIC_CUTOVER (0ms) → Phase 3 DRAIN_AND_VERIFY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Blended FinOps, Unidirectional PSC &amp; Live Mobility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Dynamic Hybrid Hub-and-Spoke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TCO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Blended Portfolio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Optimization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 85% Standard tenants in Pattern A pool ($42/mo unit cost)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 15% Regulated Enterprise tenants in dedicated PSC spokes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Reduce 1,000-tenant portfolio spend by 74% ($313k vs $1.85M/mo)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Unidirectional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Service Connect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Bridge Hub VPC to Spoke VPCs via /28 PSC NAT &amp; ServiceAttachment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transitive VPC peering &amp; CIDR exhaustion across 100+ spokes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ACCEPT_SELECTED producer allowlists per enterprise spoke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Zero-Downtime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Mobility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Backfill Memory Bank &amp; AlloyDB to spoke via SHADOW_SYNC dual-write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Re-key tenant state with customer CMEK &amp; verify SHA-256 checksums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Flip Firestore tier pointer atomically in 0ms with 0 dropped sessions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Operating Model  •  74% Portfolio Savings + Unidirectional PSC + 0ms Live Tier Mobility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assigned platform owners, and production verification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Route Isolation Instead of Duplicating Products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 every customer tier behind one unified SaaS domain and control plane while dispatching requests dynamically to pooled or sovereign boundaries.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Unified Hub ALB + Firestore Tier Router + Pooled &amp; PSC Spoke Runtimes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Single SaaS Codebase &amp; URL Serving Both $42/mo Standard &amp; $1,850/mo Enterprise Tiers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Unified Hybrid Control Plane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Bind Tier Routing Strictly to Cryptographic Identity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Derive routing decisions exclusively from the Hop 1 OBO/DPoP token and Firestore routing table so callers can never spoof headers to access Enterprise spokes.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Hop 1 Cloud Armor + IAP OBO/DPoP + Firestore Authoritative Route Lookup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Immune to Client Header Spoofing or Unauthorized Spoke Routing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Cryptographic Tier Routing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Scale to 1,000+ Enterprise Spokes with Private Service Connect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NAT-based PSC ServiceAttachments eliminate VPC peering quotas, allow identical spoke CIDRs (10.40.0.0/20), and enforce one-way hub-to-spoke calls.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Consumer ForwardingRule (10.10.0.50) -&gt; Producer ServiceAttachment (ACCEPT_MANUAL)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VPC Peering Limits • Zero CIDR Overlap • Unidirectional Hub -&gt; Spoke Security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Scalable PSC Architecture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Turn Tier Upgrades into a Zero-Downtime Self-Service Feature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the 3-phase migration state machine (SHADOW_SYNC → ATOMIC_CUTOVER → DRAIN_AND_VERIFY) to promote live sessions without dropping a single turn.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3-Phase Migrator: SHADOW_SYNC (0ms Lag) -&gt; ATOMIC_CUTOVER -&gt; DRAIN_AND_VERIFY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4/4 Automated Migration Tests PASS • 0 Dropped Active User Conversations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Live Tier Promotion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Isolate Runtime Profile State per Instance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Deep-copy tenant routing profiles per engine instance (F-09) so dynamic tier promotions never cause cross-tenant configuration bleed.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workstream-4-pattern-c-hybrid/4.3-solution-implementation/ &amp; Check F-09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Verified Instance-Scoped Profile Mutation with Zero Global State Contamination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Production State Hygiene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the 4-test zero-downtime migration suite (run_tier_migration_suite.py), deploy the Terraform PSC blueprint (4.6), and continue to Workstream 5 (Executive Decision Guide &amp; Agentic Triad).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C — Dynamic Hybrid Hub-and-Spoke, PSC &amp; Zero-Downtime Tier Migration (Workstream 4)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2026-10-16T15:02:48Z</dcterms:created>
  <dcterms:modified xsi:type="dcterms:W3CDTF">2026-10-16T15:02:48Z</dcterms:modified>
</cp:coreProperties>
</file>