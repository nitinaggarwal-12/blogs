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Hub/Spoke: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0ms PSC CUTOVER &amp; BEFORE/AFTER GRAFANA/GITEA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Grafana Enterprise v11.2.0 (Hop 5 Attestation) &amp; Gitea v1.22.3 (Pool -&gt; PSC Cutover, 0 Dropped Turns)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Grafana Enterprise v11.2.0 &amp; Gitea v1.22.3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GRAFANA &amp; GITEA HYBRID PSC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Hybrid PSC 3P UI &amp; 74% TCO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74% portfolio TCO reduction with genuine 2880×1800 Before/After Grafana Enterprise &amp; Gitea live PSC promotion UIs.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2026-10-30T22:06:29Z</dcterms:created>
  <dcterms:modified xsi:type="dcterms:W3CDTF">2026-10-30T22:06:29Z</dcterms:modified>
</cp:coreProperties>
</file>