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Pooled Architecture: One Shared Runtime, Two Competing Tenants, Zero Bleed
High-Density Pooled Multi-Tenancy on GEAP &amp; ADK 2.0 — 5-Hop Cryptographic Context Chain, 10-point breach suite, 90% ContextCacheConfig save
Series: Multi-Tenant Agentic AI on Google Cloud • Gemini Enterprise Agent Platform (GEAP)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Problem: dedicated projects per Standard-tier SaaS customer destroy gross margin, but naive shared runtimes leak agents, tools, caches and PII.
• Solution: one shared project (cymbal-pooled-saas-prod) governed by the 5-Hop Cryptographic Context Chain from edge PEP to AlloyDB RLS.
• FinVault Bank (Enterprise, Google OIDC/Jira) and RetailStream Corp (Standard, Entra ID/ServiceNow) share one runtime with 10/10 breach vectors blocked.
• ContextCacheConfig READ_ONLY_IMMUTABLE_PREFIX bills the 32,000-token operator prefix at a 90% discount for ~84.7% net input COGS reduction.
• Ships as Milestone 1 (Week 4) with a Terraform starter, 90-minute codelab, and locally runnable run_breach_simulations.py.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Pooled Economics Paradox
• Security teams demand absolute isolation of agents, runbooks, 3P OAuth credentials, memories and regulated PII.
• CFOs demand density: a project, VPC, AlloyDB cluster and endpoint per $500–$2,000/month tenant exhausts quotas and margin.
• Gateway-level WHERE tenant_id = ? fails for agents: mid-turn MCP discovery, confused-deputy credentials, cache bleed, noisy neighbors.
• Pattern A is the lowest-unit-cost pattern, fit for Standard B2B tiers and high-volume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Cymbal Anchor Case Study
• Cymbal publishes the Shared Incident Diagnostic Agent on Gemini 2.5 Pro with Firestore + Memorystore dynamic config and 2LO telemetry MCP.
• FinVault Bank: Enterprise tier, 8,000 thinking tokens, 600 RPM, Google Workspace OIDC + Jira 3LO, CMEK memory namespace.
• RetailStream Corp: Standard tier, 4,000 thinking cap, 120 RPM Redis bulkhead, Entra ID + SharePoint/ServiceNow inline 3LO consent.
• Agent Alpha: FinVault's private Claude 3.7 Sonnet regulatory agent on Model Garden, hot-swappable, invisible to RetailStream (403).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5-Hop Chain in Pattern A
• Hop 1 hop1_edge_identity_pep.py: Cloud Armor/IAP strip X-Tenant-ID, verify IdP JWT, mint RFC 8693 OBO token bound to DPoP jkt.
• Hop 2 hop2_registry_pdp_callbacks.py: Registry PDP + ARD catalog filter + ADK before_agent_callback tool pruning (403).
• Hop 3 hop3_compute_finops_bulkhead.py: gVisor temp:tenant_id, 5-Level Memory Bank, ContextCacheConfig 90%, Redis 429 and token clamp.
• Hop 4 hop4_model_armor_guardrails.py: Model Armor ingress 400, Semantic NLC 422, tenant-scoped SDP egress redaction.
• Hop 5 hop5_data_rls_and_otel.py: AlloyDB RLS via SET LOCAL app.current_tenant, 2LO/3LO Auth Manager, BigQuery OTel spans.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10-Point Breach Simulation Suite
• Vectors 1–3 (Hops 1–2): forged header stripped, Agent Alpha 403, FinVault pruned from RetailStream ServiceNow MCP.
• Vectors 4, 5, 8 (Hop 4): prompt injection 400, OCC escalation suppression 422, IBAN/SWIFT/PAN masked on egress.
• Vectors 6, 7, 9 (Hops 3 &amp; 5): 16,000 tokens clamped to 4,000, 250 RPM throttled 429, cross-tenant memory PermissionError, RLS 0 rows.
• Vector 10 (Hop 5): 401 CHALLENGE_3LO_OAUTH for ServiceNow, resumed to 200 after inline Entra ID consent.
• All 10 pass locally with no cloud credentials; every denial lands as a BigQuery OTel security span.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FinOps, Terraform, Codelab &amp; Product Gaps
• Per-turn input drops from 34,000 full-price tokens to ~5,200 billable with zero cross-tenant cache bleed.
• Terraform starter: cymbal-pooled-edge-waf, cymbal-tenant-bulkhead-redis, cymbal-pooled-tenant-kr, cymbal-pooled-agent-gateway, OTel dataset.
• 90-minute L300–L400 codelab runs all four breach modules plus a BigQuery chargeback audit.
• Four prioritized gaps: GEAP-POOL-01 Registry tenant claim, -02 Entra DPoP/3LO, -03 Memory Bank CMEK, -04 unified ContextCacheConfig.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Shared Runtime Governance
Milestone 1 (Weeks 1–4) • Shared Project (cymbal-pooled-saas-prod) with 90% Prompt Prefix Cache Savings &amp; 0 Bleed
• One actor, 'FinVault &amp; RetailStream Competing SaaS Tenants', enters one 'Shared GCP Project: cymbal-pooled-saas-prod'.
• Routing hub 'Hop 1 &amp; Hop 2: Edge PEP &amp; GEAP Registry PDP': strip X-Tenant-ID, filter ARD catalog, mint OBO + DPoP token.
• Governance hub 'Hop 3 &amp; 5: Shared FinOps, Cache &amp; OTel Hub': ContextCacheConfig 90%, Redis Rate Bulkhead, BigQuery OTel Sink.
• Trunk badge 3 'Bind immutable temp:tenant_id' before any tenant code runs; badge 7 returns 'SDP-redacted tenant response'.
• Slice A FinVault: Model Armor masks IBAN/SWIFT + OCC NLC, Gemini &amp; Claude 3.7, 3LO Workspace/Jira, Shared AlloyDB RLS.
• Slice B RetailStream: Card PAN + PCI NLC, Gemini 2.5 Pro clamped to 4,000 tokens, 3LO Entra &amp; SNOW inline consent gate.
Editable source: diagrams/ws2-pattern-a-pooled-5hop-architecture.drawio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Shared Runtime Governance
Milestone 1 (Weeks 1–4) • Shared Project (cymbal-pooled-saas-prod) with 90% Prompt Prefix Cache Savings &amp; 0 Bleed
• One actor, 'FinVault &amp; RetailStream Competing SaaS Tenants', enters one 'Shared GCP Project: cymbal-pooled-saas-prod'.
• Routing hub 'Hop 1 &amp; Hop 2: Edge PEP &amp; GEAP Registry PDP': strip X-Tenant-ID, filter ARD catalog, mint OBO + DPoP token.
• Governance hub 'Hop 3 &amp; 5: Shared FinOps, Cache &amp; OTel Hub': ContextCacheConfig 90%, Redis Rate Bulkhead, BigQuery OTel Sink.
• Trunk badge 3 'Bind immutable temp:tenant_id' before any tenant code runs; badge 7 returns 'SDP-redacted tenant response'.
• Slice A FinVault: Model Armor masks IBAN/SWIFT + OCC NLC, Gemini &amp; Claude 3.7, 3LO Workspace/Jira, Shared AlloyDB RLS.
• Slice B RetailStream: Card PAN + PCI NLC, Gemini 2.5 Pro clamped to 4,000 tokens, 3LO Entra &amp; SNOW inline consent gate.
Editable source: diagrams/ws2-pattern-a-pooled-5hop-architecture.drawio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Pattern A: High-Density Pooled Multi-Tenant Architecture &amp; Shared Runtime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A: 10-Point Cross-Tenant Breach Simulation &amp; Cryptographic Defense Matrix
Workstream 2.2 &amp; 2.5 (run_breach_simulations.py) • 10/10 Adversarial Vectors Neutralized Across Hops 1–5
• Same geometry as Figure 1, relabeled as gates: 'Red-Team Attacker Spoofed Headers &amp; Injections' probes, badge 7 returns 'Blocked / Safe'.
• 'Hop 1 &amp; Hop 2 Gates (Vectors 1, 2, 3 &amp; 10)': header strip, Agent 403, tool prune of FinVault Jira MCP.
• 'Hop 3 &amp; 5 FinOps &amp;' hub: Vector 6 Redis 429 &amp; 4k clamp, Vector 10 inline 3LO, BigQuery OTel logs every blocked vector.
• 'Hop 4 Guardrail Gates (Vectors 4, 5 &amp; 8)': HTTP 400 SQLi/cache dump, HTTP 422 NLC, SDP mask IBAN/SWIFT/PAN, zero raw PII egress.
• 'Hop 3 &amp; Hop 5 Storage Gates (Vectors 7 &amp; 9)': L4 memory, GCS skills, READ_ONLY_IMMUTABLE_PREFIX cache, AlloyDB RLS SET LOCAL.
• Dashed governance line: 'Real-time security violation spans' — every denial is a queryable audit record.
Editable source: diagrams/ws2-pattern-a-breach-defense-sequence.drawio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A: 10-Point Cross-Tenant Breach Simulation &amp; Cryptographic Defense Matrix
Workstream 2.2 &amp; 2.5 (run_breach_simulations.py) • 10/10 Adversarial Vectors Neutralized Across Hops 1–5
• Same geometry as Figure 1, relabeled as gates: 'Red-Team Attacker Spoofed Headers &amp; Injections' probes, badge 7 returns 'Blocked / Safe'.
• 'Hop 1 &amp; Hop 2 Gates (Vectors 1, 2, 3 &amp; 10)': header strip, Agent 403, tool prune of FinVault Jira MCP.
• 'Hop 3 &amp; 5 FinOps &amp;' hub: Vector 6 Redis 429 &amp; 4k clamp, Vector 10 inline 3LO, BigQuery OTel logs every blocked vector.
• 'Hop 4 Guardrail Gates (Vectors 4, 5 &amp; 8)': HTTP 400 SQLi/cache dump, HTTP 422 NLC, SDP mask IBAN/SWIFT/PAN, zero raw PII egress.
• 'Hop 3 &amp; Hop 5 Storage Gates (Vectors 7 &amp; 9)': L4 memory, GCS skills, READ_ONLY_IMMUTABLE_PREFIX cache, AlloyDB RLS SET LOCAL.
• Dashed governance line: 'Real-time security violation spans' — every denial is a queryable audit record.
Editable source: diagrams/ws2-pattern-a-breach-defense-sequence.drawio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Pattern A: 10-Point Cross-Tenant Breach Simulation &amp; Cryptographic Defense Matrix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Pooled density and zero-bleed isolation are compatible when tenant identity is cryptographic and enforced at every hop, not just the gateway.
• Shared compute (gVisor pods) and shared storage (AlloyDB RLS) plus tenant-scoped policy is the whole Pattern A picture.
• Read-only immutable prefix caching is both the FinOps lever (90% prefix discount) and a security control (no suffix write-back).
• Verify architecture with a deterministic red-team suite that asserts status codes, decisions and payloads for all 10 vectors.
• Graduate tenants to Pattern B Sovereign Silos only when they mandate VPC-SC, project separation, CMEK kill-switch or air-gapped Gemma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run_breach_simulations.py, apply the 2.6 Terraform starter, complete the 90-minute codelab, then continue to Workstream 3 — Pattern B Sovereign Silos.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pn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png"/><Relationship Id="rId17" Type="http://schemas.openxmlformats.org/officeDocument/2006/relationships/image" Target="../media/image-12-17.png"/><Relationship Id="rId18" Type="http://schemas.openxmlformats.org/officeDocument/2006/relationships/image" Target="../media/image-12-18.png"/><Relationship Id="rId19" Type="http://schemas.openxmlformats.org/officeDocument/2006/relationships/image" Target="../media/image-12-19.png"/><Relationship Id="rId20" Type="http://schemas.openxmlformats.org/officeDocument/2006/relationships/image" Target="../media/image-1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8655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— Pooled Architecture: One Shared Runtime, Two Competing Tenants, Zero Bleed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High-Density Pooled Multi-Tenancy on GEAP &amp; ADK 2.0 — 5-Hop Cryptographic Context Chain, 10-point breach suite, 90% ContextCacheConfig save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diagram slide is 100% native editable (PromptCanvas Vision Decompiler → Draw.io → PowerPoint / Google Slides)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dedicated projects per Standard-tier SaaS customer destroy gross margin, but naive shared runtimes leak agents, tools, caches and PII.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one shared project (cymbal-pooled-saas-prod) governed by the 5-Hop Cryptographic Context Chain from edge PEP to AlloyDB RLS.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(Enterprise, Google OIDC/Jira) and RetailStream Corp (Standard, Entra ID/ServiceNow) share one runtime with 10/10 breach vectors blocked.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READ_ONLY_IMMUTABLE_PREFIX bills the 32,000-token operator prefix at a 90% discount for ~84.7% net input COGS reduction.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Ships as Milestone 1 (Week 4) with a Terraform starter, 90-minute codelab, and locally runnable run_breach_simulations.py.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 • Multi-Tenant Agentic AI on Google Cloud • Gemini Enterprise Agent Platform (GEAP) &amp; ADK 2.0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The Pooled Economics Paradox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Pooled Economics Paradox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teams demand absolute isolation of agents, runbooks, 3P OAuth credentials, memories and regulated PII.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CFOs demand density: a project, VPC, AlloyDB cluster and endpoint per $500–$2,000/month tenant exhausts quotas and margin.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Gateway-level WHERE tenant_id = ? fails for agents: mid-turn MCP discovery, confused-deputy credentials, cache bleed, noisy neighbors.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is the lowest-unit-cost pattern, fit for Standard B2B tiers and high-volume tasks.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Cymbal Anchor Case Study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Anchor Case Study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publishes the Shared Incident Diagnostic Agent on Gemini 2.5 Pro with Firestore + Memorystore dynamic config and 2LO telemetry MCP.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Bank: Enterprise tier, 8,000 thinking tokens, 600 RPM, Google Workspace OIDC + Jira 3LO, CMEK memory namespace.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Corp: Standard tier, 4,000 thinking cap, 120 RPM Redis bulkhead, Entra ID + SharePoint/ServiceNow inline 3LO consent.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Alpha: FinVault's private Claude 3.7 Sonnet regulatory agent on Model Garden, hot-swappable, invisible to RetailStream (403).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The 5-Hop Chain in Pattern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5-Hop Chain in Pattern 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hop1_edge_identity_pep.py: Cloud Armor/IAP strip X-Tenant-ID, verify IdP JWT, mint RFC 8693 OBO token bound to DPoP jkt.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hop2_registry_pdp_callbacks.py: Registry PDP + ARD catalog filter + ADK before_agent_callback tool pruning (403).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hop3_compute_finops_bulkhead.py: gVisor temp:tenant_id, 5-Level Memory Bank, ContextCacheConfig 90%, Redis 429 and token clamp.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hop4_model_armor_guardrails.py: Model Armor ingress 400, Semantic NLC 422, tenant-scoped SDP egress redaction.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 hop5_data_rls_and_otel.py: AlloyDB RLS via SET LOCAL app.current_tenant, 2LO/3LO Auth Manager, BigQuery OTel spans.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10-Point Breach Simulation Suite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10-Point Breach Simulation Suite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 1–3 (Hops 1–2): forged header stripped, Agent Alpha 403, FinVault pruned from RetailStream ServiceNow MCP.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 4, 5, 8 (Hop 4): prompt injection 400, OCC escalation suppression 422, IBAN/SWIFT/PAN masked on egress.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 6, 7, 9 (Hops 3 &amp; 5): 16,000 tokens clamped to 4,000, 250 RPM throttled 429, cross-tenant memory PermissionError, RLS 0 rows.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10 (Hop 5): 401 CHALLENGE_3LO_OAUTH for ServiceNow, resumed to 200 after inline Entra ID consent.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10 pass locally with no cloud credentials; every denial lands as a BigQuery OTel security span.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FinOps, Terraform, Codelab &amp; Product Gaps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FinOps, Terraform, Codelab &amp; Product Gaps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Per-turn input drops from 34,000 full-price tokens to ~5,200 billable with zero cross-tenant cache bleed.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starter: cymbal-pooled-edge-waf, cymbal-tenant-bulkhead-redis, cymbal-pooled-tenant-kr, cymbal-pooled-agent-gateway, OTel dataset.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90-minute L300–L400 codelab runs all four breach modules plus a BigQuery chargeback audit.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prioritized gaps: GEAP-POOL-01 Registry tenant claim, -02 Entra DPoP/3LO, -03 Memory Bank CMEK, -04 unified ContextCacheConfig.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SHARED RUNTIME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VIS-WS2-PATTERN-A-POOLED-5HOP-ARCHITECTURE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SHARED RUNTIME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VIS-WS2-PATTERN-A-POOLED-5HOP-ARCHITECTURE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cymbal-pooled-saas-prod (Maximum Density Pooled SaaS)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 • 5-Hop Cryptographic Context Chain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(Envelope CMEK)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GEAP Registry PDP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&amp; ARD catalog pruning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 &amp; OTel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2.1 • PATTERN A BLUEPRINT] Pattern A: High-Density Pooled Multi-Tenant Architecture &amp; Shared Runtime Governance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1 (Weeks 1–4) • Shared Project (cymbal-pooled-saas-prod) with 90% Prompt Prefix Cache Savings &amp; 0 Bleed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RetailStreamCompeting SaaS Tenants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Load Balancing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(90% COGS Save) • 32k Shared Operator Prefix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Token Chargeback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Rate Bulkhead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app.current_tenant='finvault'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current_tenant='retailstream'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OCC NLC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NLC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WAF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Forged X-Tenant-ID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Registry PDP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 Catalog Filter (403 Alpha)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 (jkt)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skills-finvault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Filtered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skills-retail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Filtered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DPoP token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99286" y="2312518"/>
            <a:ext cx="565099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ARD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High-Density Pooled Multi-Tenant Architecture &amp; Shared Runtime Governance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actor, 'FinVault &amp; RetailStream Competing SaaS Tenants', enters one 'Shared GCP Project: cymbal-pooled-saas-prod'.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'Hop 1 &amp; Hop 2: Edge PEP &amp; GEAP Registry PDP': strip X-Tenant-ID, filter ARD catalog, mint OBO + DPoP token.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'Hop 3 &amp; 5: Shared FinOps, Cache &amp; OTel Hub': ContextCacheConfig 90%, Redis Rate Bulkhead, BigQuery OTel Sink.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Trunk badge 3 'Bind immutable temp:tenant_id' before any tenant code runs; badge 7 returns 'SDP-redacted tenant response'.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A FinVault: Model Armor masks IBAN/SWIFT + OCC NLC, Gemini &amp; Claude 3.7, 3LO Workspace/Jira, Shared AlloyDB RLS.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B RetailStream: Card PAN + PCI NLC, Gemini 2.5 Pro clamped to 4,000 tokens, 3LO Entra &amp; SNOW inline consent gate.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diagrams/ws2-pattern-a-pooled-5hop-architecture.drawio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SHARED RUNTIME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GCP Project: cymbal-pooled-saas-prod (Maximum Density Pooled SaaS)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VPC • 5-Hop Cryptographic Context Chain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Logical &amp; Cryptographic Slice A • FinVault Bank (Enterprise Tier)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Logical &amp; Cryptographic Slice B • RetailStream Corp (Standard Tier)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Logical Partition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Namespace: finvault:user:session (Envelope CMEK)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 Logical Partition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Namespace: retailstream:user:session (120 RPM Cap)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 &amp; Hop 2: Edge PEP &amp; GEAP Registry PDP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Header stripping, OBO+DPoP &amp; ARD catalog pruning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 &amp; 5: Shared FinOps,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Cache &amp; OTel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2.1 • PATTERN A BLUEPRINT] Pattern A: High-Density Pooled Multi-Tenant Archit…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Milestone 1 (Weeks 1–4) • Shared Project (cymbal-pooled-saas-prod) with 90% Prompt Prefix Cache Savings &amp; 0 B…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&amp; RetailStreamCompeting SaaS Tenants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Load Balancing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ContextCacheConfig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(90% COGS Save) • 32k Shared Operator Prefix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Sink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Token Chargeback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Rate Bulkhead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 Standard vs 8k Enterprise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VIS-WS2-PATTERN-A-BREACH-DEFENSE-SEQUENCE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VIS-WS2-PATTERN-A-BREACH-DEFENSE-SEQUENCE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Breach Verification Harness (10/10 Deterministic Security Gates PASS)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• Zero-Trust 5-Hop Enforcement Pipeline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Guardrail Gates (Vectors 4, 5 &amp; 8) • Prompt, NLC &amp; SDP DLP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Hop 5 Storage Gates (Vectors 7 &amp; 9) • Memory, Skills &amp; RLS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&amp; Semantic NLCs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Injection Screen &amp; Egress SDP Redaction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Bank, Skills &amp;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Namespace &amp; Storage-Engine Isolation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 Gates (Vectors 1, 2, 3 &amp; 10)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Neutralizes header spoofing, Agent Alpha &amp; MCP leaks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 FinOps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Gates (Vectors 6 &amp; 9)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2.5 • BREACH SUITE BLUEPRINT] Pattern A: 10-Point Cross-Tenant Breach Simulation &amp; Cryptographic Defense Matrix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2.2 &amp; 2.5 (run_breach_simulations.py) • 10/10 Adversarial Vectors Neutralized Across Hops 1–5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 AttackerSpoofed Headers &amp; Injections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Armor Edge PEP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6: Redis 429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4k Token Clamp • Blocks 250 RPM Flood &amp; 16k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Audit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 Every Blocked Vector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10: Inline 3LO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401 Entra OAuth Challenge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Raw PII Egress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[REDACTED-FINVAULT-*]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7C: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Cross-Tenant Rows Returned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Only Clean Turns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9: Prefix Cache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READ_ONLY_IMMUTABLE_PREFIX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8: SDP Mask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Redacts IBAN, SWIFT &amp; PAN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Vault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Tenant-Scoped OAuth Tokens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Registry PDP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 Catalog + ADK Callback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4: HTTP 400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SQLi &amp; Cache Dump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5: HTTP 422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OCC Escalation Suppress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7A: L4 Memory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PermissionError on Cross-Read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7B: GCS Skills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gs://cymbal-skills-fv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1: Header Strip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Drops Forged X-Tenant-ID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2: Agent 403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Retail -&gt; Agent Alpha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3: Tool Prune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Prunes FinVault Jira MCP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security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violation spans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DLP Egress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PII in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Cache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cross-tenant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data/cache bleed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NLC rules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context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enters Hop 3–5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3LO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tools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prompt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 PII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80083" y="2312518"/>
            <a:ext cx="605333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spoofed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580083" y="2878531"/>
            <a:ext cx="605333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HTTP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 Forbidden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/ Safe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 / 200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Probe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10-Point Cross-Tenant Breach Simulation &amp; Cryptographic Defense Matrix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geometry as Figure 1, relabeled as gates: 'Red-Team Attacker Spoofed Headers &amp; Injections' probes, badge 7 returns 'Blocked / Safe'.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1 &amp; Hop 2 Gates (Vectors 1, 2, 3 &amp; 10)': header strip, Agent 403, tool prune of FinVault Jira MCP.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3 &amp; 5 FinOps &amp;' hub: Vector 6 Redis 429 &amp; 4k clamp, Vector 10 inline 3LO, BigQuery OTel logs every blocked vector.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4 Guardrail Gates (Vectors 4, 5 &amp; 8)': HTTP 400 SQLi/cache dump, HTTP 422 NLC, SDP mask IBAN/SWIFT/PAN, zero raw PII egress.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3 &amp; Hop 5 Storage Gates (Vectors 7 &amp; 9)': L4 memory, GCS skills, READ_ONLY_IMMUTABLE_PREFIX cache, AlloyDB RLS SET LOCAL.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governance line: 'Real-time security violation spans' — every denial is a queryable audit record.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diagrams/ws2-pattern-a-breach-defense-sequence.drawio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Adversarial Breach Verification Harness (10/10 Deterministic Security Gates PASS)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 • Zero-Trust 5-Hop Enforcement Pipeline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4 Guardrail Gates (Vectors 4, 5 &amp; 8) • Prompt, NLC &amp; SDP DLP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 &amp; Hop 5 Storage Gates (Vectors 7 &amp; 9) • Memory, Skills &amp; RLS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Armor &amp; Semantic NLCs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Ingress Injection Screen &amp; Egress SDP Redaction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Bank, Skills &amp; AlloyDB RLS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Cryptographic Namespace &amp; Storage-Engine Isolation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 &amp; Hop 2 Gates (Vectors 1, 2, 3 &amp;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Neutralizes header spoofing, Agent Alpha &amp; MCP leaks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 &amp; 5 FinOps &amp;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Gates (Vectors 6 &amp; 9)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2.5 • BREACH SUITE BLUEPRINT] Pattern A: 10-Point Cross-Tenant Breach Simulat…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2.2 &amp; 2.5 (run_breach_simulations.py) • 10/10 Adversarial Vectors Neutralized Across Hops 1–5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Red-Team AttackerSpoofed Headers &amp; Injections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Armor Edge PEP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Vector 6: Redis 429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&amp; 4k Token Clamp • Blocks 250 RPM Flood &amp; 16k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Audit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Logs Every Blocked Vector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Vector 10: Inline 3LO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 401 Entra OAuth Challenge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density and zero-bleed isolation are compatible when tenant identity is cryptographic and enforced at every hop, not just the gateway.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compute (gVisor pods) and shared storage (AlloyDB RLS) plus tenant-scoped policy is the whole Pattern A picture.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immutable prefix caching is both the FinOps lever (90% prefix discount) and a security control (no suffix write-back).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architecture with a deterministic red-team suite that asserts status codes, decisions and payloads for all 10 vectors.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Graduate tenants to Pattern B Sovereign Silos only when they mandate VPC-SC, project separation, CMEK kill-switch or air-gapped Gemma 3.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run_breach_simulations.py, apply the 2.6 Terraform starter, complete the 90-minute codelab, then continue to Workstream 3 — Pattern B Sovereign Silos.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Assets, Editable Diagrams &amp; Source Documents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04088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 &amp; Editable Diagrams</a:t>
            </a:r>
            <a:endParaRPr lang="en-US" sz="2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52728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926080"/>
                <a:gridCol w="292608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Draw.io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Draw.io Render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Vision 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2.1 • PATTERN A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High-Density Pooled Multi-Tenant Architecture &amp; Shared Runtime Governance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diagrams/ws2-pattern-a-pooled-5hop-architecture.drawio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diagrams/ws2-pattern-a-pooled-5hop-architecture.drawio.png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diagrams/vision_metadata/ws2-pattern-a-pooled-5hop-architecture.vision.json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2.5 • BREACH SUITE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10-Point Cross-Tenant Breach Simulation &amp; Cryptographic Defense Matrix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diagrams/ws2-pattern-a-breach-defense-sequence.drawio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diagrams/ws2-pattern-a-breach-defense-sequence.drawio.png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diagrams/vision_metadata/ws2-pattern-a-breach-defense-sequence.vision.json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709160"/>
            <a:ext cx="1091153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blogs/ws2-pattern-a-pooled-architecture.md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workstream-2-pattern-a-pooled/2.1-case-study-and-solution-architecture.md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workstream-2-pattern-a-pooled/2.5-breach-simulation-suite/run_breach_simulations.py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workstream-2-pattern-a-pooled/2.7-blog-pooled-architecture-governance.md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https://github.com/nitinaggarwal-12/blogs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A — Pooled Architecture: One Shared Runtime, Two Competing Tenants, Zero Bleed</dc:title>
  <dc:subject>PptxGenJS Presentation</dc:subject>
  <dc:creator>Google Cloud FDE • PromptCanvas Vision Decompiler</dc:creator>
  <cp:lastModifiedBy>Google Cloud FDE • PromptCanvas Vision Decompiler</cp:lastModifiedBy>
  <cp:revision>1</cp:revision>
  <dcterms:created xsi:type="dcterms:W3CDTF">2026-10-08T12:11:29Z</dcterms:created>
  <dcterms:modified xsi:type="dcterms:W3CDTF">2026-10-08T12:11:29Z</dcterms:modified>
</cp:coreProperties>
</file>