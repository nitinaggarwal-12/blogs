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10-SaaS MCP RLS assertions passed.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Commercial SaaS Margin Equation</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co-hosts hundreds of commercial tenants in one shared project (cymbal-control-plane) at a 120 RPM floor.</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Logical Isolation</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Rather than spinning up per-tenant VPCs, Pattern A enforces non-bypassable tenant boundaries across all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10/10 Red-Team Attacks Blocked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FinVault Bank and RetailStream Corp share Cloud Run v2 workers and AlloyDB with zero cross-tenant bleed.</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84.7% Net Inference Savings</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 32k-token immutable system runbook is cached once in ContextCacheConfig at 90% off (34,000 -&gt; 5,200 tokens).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 L2 Figure 1 → L3 Hops →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3LO OAuth</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3LO token</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sets AlloyDB RLS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current_tenant_id</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Scoped SQL + 3LO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POOLED 10-SAAS MCP &amp; BEFORE/AFTER REDMINE/CLICKHOUSE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Redmine ITSM v5.1 (PLOLWRMI0I P1 Queue) &amp; ClickHouse v24.8 (RLS 0 Leaked Rows) Before/After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Redmine ITSM v5.1 &amp; ClickHouse v24.8 RLS Ledger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REDMINE &amp; CLICKHOUSE 3P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3LO Mutation &amp; Warehouse RLS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Captures genuine 2880×1800 Before/After Redmine ITSM v5.1 &amp; ClickHouse v24.8 RLS UIs alongside 10/10 Pooled MCP PASS.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2026-10-30T22:06:29Z</dcterms:created>
  <dcterms:modified xsi:type="dcterms:W3CDTF">2026-10-30T22:06:29Z</dcterms:modified>
</cp:coreProperties>
</file>