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Pattern A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Pattern A High-Density Pooled Deployment &amp; FinOps Roadmap: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Pattern A Pooled Economics, Defense-in-Depth &amp; Quota Governance: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• (retailstream only)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and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Header Spoofing • Test 2:…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1: Spoof stripped (HTTP 401) • Test 2: Agent Alpha discovery blocked (HTTP 403) (Hop 1: Cloud Armor + IAP DPoP Hop 2: Agent Eng…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3: Cross-Tenant 3LO MCP • Tes…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3: Cross-tenant MCP blocked (HTTP 403) • Test 10: Step-up 401 -&gt; 200 OK post-consent (Hop 2: MCP Broker ACL Filter Hop 2/3: Ent…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4: Prompt Injection • Test 5:…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4: Jailbreak blocked (HTTP 400) • Test 5: OCC regulatory NLC violation blocked (HTTP 422) (Hop 4: Vertex AI Model Armor Floor +…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 6: Token &amp; RPM Flood • Test 7…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6: Clamped to 4k &amp; throttled (HTTP 429) • Test 7: Memory read blocked (PermissionError) (Hop 3: Valkey Token Bucket + L1–L5 Mem…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• 32k Cached Prefix + 2k Dynamic Tenant Turn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Cuts Input Token Spend by 84.7% While Keeping Tenant Memory 100% Unshared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Starter (2.6-terraform-starter)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workstream-2-pattern-a-pooled/2.6-terraform-starter/main.tf &amp; variables.tf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5 Parameterized Variables • Automated Dependency Graph • Zero Manual Console Clicks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Engineering Codelab (2.4-hands-on-codelab.md)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Guides platform and security engineers through deploying Pattern A, executing all 10 red-team breach tests, and querying the BigQuery FinOps ledger.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workstream-2-pattern-a-pooled/2.4-hands-on-codelab.md • 10 Live CLI Steps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10 Breach Defenses &amp; BigQuery Cost Attribution Queries End-to-End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Promotion Path to Pattern B/C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core-cymbal-agent/models.py • TenantProfile (isolation_pattern: POOLED -&gt; SILO)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Scaling into Workstreams 3 &amp; 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Deployment &amp; FinOps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Pooled Multi-Tenant Implementation Timeline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Pooled Economics, Defense-in-Depth &amp; Quota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Operating Model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2026-10-16T04:33:36Z</dcterms:created>
  <dcterms:modified xsi:type="dcterms:W3CDTF">2026-10-16T04:33:36Z</dcterms:modified>
</cp:coreProperties>
</file>