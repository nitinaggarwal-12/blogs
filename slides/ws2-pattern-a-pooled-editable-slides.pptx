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Pooled Architecture: One Shared Runtime, Two Competing Tenants, Zero Bleed
High-Density Pooled Multi-Tenancy on GEAP &amp; ADK 2.0 — 5-Hop Cryptographic Context Chain, 10-point breach suite, 90% ContextCacheConfig save
Series: Multi-Tenant Agentic AI on Google Cloud • Gemini Enterprise Agent Platform (GEAP)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Problem: dedicated projects per Standard-tier SaaS customer destroy gross margin, but naive shared runtimes leak agents, tools, caches and PII.
• Solution: one shared project (cymbal-pooled-saas-prod) governed by the 5-Hop Cryptographic Context Chain from edge PEP to AlloyDB RLS.
• FinVault Bank (Enterprise, Google OIDC/Jira) and RetailStream Corp (Standard, Entra ID/ServiceNow) share one runtime with 10/10 breach vectors blocked.
• ContextCacheConfig READ_ONLY_IMMUTABLE_PREFIX bills the 32,000-token operator prefix at a 90% discount for ~84.7% net input COGS reduction.
• Ships as Milestone 1 (Week 4) with a Terraform starter, 90-minute codelab, and locally runnable run_breach_simulations.py.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Pooled Economics Paradox
• Security teams demand absolute isolation of agents, runbooks, 3P OAuth credentials, memories and regulated PII.
• CFOs demand density: a project, VPC, AlloyDB cluster and endpoint per $500–$2,000/month tenant exhausts quotas and margin.
• Gateway-level WHERE tenant_id = ? fails for agents: mid-turn MCP discovery, confused-deputy credentials, cache bleed, noisy neighbors.
• Pattern A is the lowest-unit-cost pattern, fit for Standard B2B tiers and high-volume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Cymbal Anchor Case Study
• Cymbal publishes the Shared Incident Diagnostic Agent on Gemini 2.5 Pro with Firestore + Memorystore dynamic config and 2LO telemetry MCP.
• FinVault Bank: Enterprise tier, 8,000 thinking tokens, 600 RPM, Google Workspace OIDC + Jira 3LO, CMEK memory namespace.
• RetailStream Corp: Standard tier, 4,000 thinking cap, 120 RPM Redis bulkhead, Entra ID + SharePoint/ServiceNow inline 3LO consent.
• Agent Alpha: FinVault's private Claude 3.7 Sonnet regulatory agent on Model Garden, hot-swappable, invisible to RetailStream (403).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5-Hop Chain in Pattern A
• Hop 1 hop1_edge_identity_pep.py: Cloud Armor/IAP strip X-Tenant-ID, verify IdP JWT, mint RFC 8693 OBO token bound to DPoP jkt.
• Hop 2 hop2_registry_pdp_callbacks.py: Registry PDP + ARD catalog filter + ADK before_agent_callback tool pruning (403).
• Hop 3 hop3_compute_finops_bulkhead.py: gVisor temp:tenant_id, 5-Level Memory Bank, ContextCacheConfig 90%, Redis 429 and token clamp.
• Hop 4 hop4_model_armor_guardrails.py: Model Armor ingress 400, Semantic NLC 422, tenant-scoped SDP egress redaction.
• Hop 5 hop5_data_rls_and_otel.py: AlloyDB RLS via SET LOCAL app.current_tenant, 2LO/3LO Auth Manager, BigQuery OTel spans.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10-Point Breach Simulation Suite
• Vectors 1–3 (Hops 1–2): forged header stripped, Agent Alpha 403, FinVault pruned from RetailStream ServiceNow MCP.
• Vectors 4, 5, 8 (Hop 4): prompt injection 400, OCC escalation suppression 422, IBAN/SWIFT/PAN masked on egress.
• Vectors 6, 7, 9 (Hops 3 &amp; 5): 16,000 tokens clamped to 4,000, 250 RPM throttled 429, cross-tenant memory PermissionError, RLS 0 rows.
• Vector 10 (Hop 5): 401 CHALLENGE_3LO_OAUTH for ServiceNow, resumed to 200 after inline Entra ID consent.
• All 10 pass locally with no cloud credentials; every denial lands as a BigQuery OTel security span.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FinOps, Terraform, Codelab &amp; Product Gaps
• Per-turn input drops from 34,000 full-price tokens to ~5,200 billable with zero cross-tenant cache bleed.
• Terraform starter: cymbal-pooled-edge-waf, cymbal-tenant-bulkhead-redis, cymbal-pooled-tenant-kr, cymbal-pooled-agent-gateway, OTel dataset.
• 90-minute L300–L400 codelab runs all four breach modules plus a BigQuery chargeback audit.
• Four prioritized gaps: GEAP-POOL-01 Registry tenant claim, -02 Entra DPoP/3LO, -03 Memory Bank CMEK, -04 unified ContextCacheConfig.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Shared Runtime Governance
• One actor, 'FinVault &amp; RetailStream Competing SaaS Tenants', enters one 'Shared GCP Project: cymbal-pooled-saas-prod'.
• Routing hub 'Hop 1 &amp; Hop 2: Edge PEP &amp; GEAP Registry PDP': strip X-Tenant-ID, filter ARD catalog, mint OBO + DPoP token.
• Governance hub 'Hop 3 &amp; 5: Shared FinOps, Cache &amp; OTel Hub': ContextCacheConfig 90%, Redis Rate Bulkhead, BigQuery OTel Sink.
• Trunk badge 3 'Bind immutable temp:tenant_id' before any tenant code runs; badge 7 returns 'SDP-redacted tenant response'.
• Slice A FinVault: Model Armor masks IBAN/SWIFT + OCC NLC, Gemini &amp; Claude 3.7, 3LO Workspace/Jira, Shared AlloyDB RLS.
• Slice B RetailStream: Card PAN + PCI NLC, Gemini 2.5 Pro clamped to 4,000 tokens, 3LO Entra &amp; SNOW inline consent gate.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Shared Runtime Governance
• One actor, 'FinVault &amp; RetailStream Competing SaaS Tenants', enters one 'Shared GCP Project: cymbal-pooled-saas-prod'.
• Routing hub 'Hop 1 &amp; Hop 2: Edge PEP &amp; GEAP Registry PDP': strip X-Tenant-ID, filter ARD catalog, mint OBO + DPoP token.
• Governance hub 'Hop 3 &amp; 5: Shared FinOps, Cache &amp; OTel Hub': ContextCacheConfig 90%, Redis Rate Bulkhead, BigQuery OTel Sink.
• Trunk badge 3 'Bind immutable temp:tenant_id' before any tenant code runs; badge 7 returns 'SDP-redacted tenant response'.
• Slice A FinVault: Model Armor masks IBAN/SWIFT + OCC NLC, Gemini &amp; Claude 3.7, 3LO Workspace/Jira, Shared AlloyDB RLS.
• Slice B RetailStream: Card PAN + PCI NLC, Gemini 2.5 Pro clamped to 4,000 tokens, 3LO Entra &amp; SNOW inline consent gate.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Pattern A: High-Density Pooled Multi-Tenant Architecture &amp; Shared Runtime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A: 10-Point Cross-Tenant Breach Simulation &amp; Cryptographic Defense Matrix
• Same geometry as Figure 1, relabeled as gates: 'Red-Team Attacker Spoofed Headers &amp; Injections' probes, badge 7 returns 'Blocked / Safe'.
• 'Hop 1 &amp; Hop 2 Gates (Vectors 1, 2, 3 &amp; 10)': header strip, Agent 403, tool prune of FinVault Jira MCP.
• 'Hop 3 &amp; 5 FinOps &amp;' hub: Vector 6 Redis 429 &amp; 4k clamp, Vector 10 inline 3LO, BigQuery OTel logs every blocked vector.
• 'Hop 4 Guardrail Gates (Vectors 4, 5 &amp; 8)': HTTP 400 SQLi/cache dump, HTTP 422 NLC, SDP mask IBAN/SWIFT/PAN, zero raw PII egress.
• 'Hop 3 &amp; Hop 5 Storage Gates (Vectors 7 &amp; 9)': L4 memory, GCS skills, READ_ONLY_IMMUTABLE_PREFIX cache, AlloyDB RLS SET LOCAL.
• Dashed governance line: 'Real-time security violation spans' — every denial is a queryable audit record.
Editable source: diagrams/ws2-pattern-a-breach-defense-sequence.drawio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A: 10-Point Cross-Tenant Breach Simulation &amp; Cryptographic Defense Matrix
• Same geometry as Figure 1, relabeled as gates: 'Red-Team Attacker Spoofed Headers &amp; Injections' probes, badge 7 returns 'Blocked / Safe'.
• 'Hop 1 &amp; Hop 2 Gates (Vectors 1, 2, 3 &amp; 10)': header strip, Agent 403, tool prune of FinVault Jira MCP.
• 'Hop 3 &amp; 5 FinOps &amp;' hub: Vector 6 Redis 429 &amp; 4k clamp, Vector 10 inline 3LO, BigQuery OTel logs every blocked vector.
• 'Hop 4 Guardrail Gates (Vectors 4, 5 &amp; 8)': HTTP 400 SQLi/cache dump, HTTP 422 NLC, SDP mask IBAN/SWIFT/PAN, zero raw PII egress.
• 'Hop 3 &amp; Hop 5 Storage Gates (Vectors 7 &amp; 9)': L4 memory, GCS skills, READ_ONLY_IMMUTABLE_PREFIX cache, AlloyDB RLS SET LOCAL.
• Dashed governance line: 'Real-time security violation spans' — every denial is a queryable audit record.
Editable source: diagrams/ws2-pattern-a-breach-defense-sequence.drawio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component inventory for Pattern A: 10-Point Cross-Tenant Breach Simulation &amp; Cryptographic Defense Matrix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Pattern A Demo Environment &amp; 3P Auth Sandbox: Pooled Project, Federated IdPs, OAuth 2LO/3LO Apps, Redis &amp; Firestore Tenant Config
• One shared project (cymbal-pooled-saas-prod, us-central1) with 12 enabled APIs hosts both demo tenants; isolation is logical, not per-project.
• Routing hub is the Hop 1 front door: Cloud Armor cymbal-pooled-edge-waf (rule 1000 SQLi/XSS deny-403) plus the Edge PEP that strips forged X-Tenant-ID headers.
• Left spoke wires FinVault Bank: a Google OAuth 2.0 Client ID on finvault.com, Workspace 3LO scopes (drive, calendar, gmail) and Jira read/write:jira-work.
• Right spoke wires RetailStream Corp with zero Google footprint: Entra app Cymbal-RetailStream-Agent-Client, Graph Sites.Read.All, ServiceNow useraccount.
• Governance hub holds the shared setup: Agent Identity (Auth Manager) scope registry, Cloud KMS for CMEK and BigQuery for OpenTelemetry audit.
• Firestore seeds tier, thinking budget (8000 vs 4000), Redis rpm (600 vs 120) and allowed_agents per tenant; the 2.5 breach suite verifies the whole sandbox.
Editable source: diagrams/ws2-demo-env-and-3p-auth-sandbox-topology.drawio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Pattern A Demo Environment &amp; 3P Auth Sandbox: Pooled Project, Federated IdPs, OAuth 2LO/3LO Apps, Redis &amp; Firestore Tenant Config
• One shared project (cymbal-pooled-saas-prod, us-central1) with 12 enabled APIs hosts both demo tenants; isolation is logical, not per-project.
• Routing hub is the Hop 1 front door: Cloud Armor cymbal-pooled-edge-waf (rule 1000 SQLi/XSS deny-403) plus the Edge PEP that strips forged X-Tenant-ID headers.
• Left spoke wires FinVault Bank: a Google OAuth 2.0 Client ID on finvault.com, Workspace 3LO scopes (drive, calendar, gmail) and Jira read/write:jira-work.
• Right spoke wires RetailStream Corp with zero Google footprint: Entra app Cymbal-RetailStream-Agent-Client, Graph Sites.Read.All, ServiceNow useraccount.
• Governance hub holds the shared setup: Agent Identity (Auth Manager) scope registry, Cloud KMS for CMEK and BigQuery for OpenTelemetry audit.
• Firestore seeds tier, thinking budget (8000 vs 4000), Redis rpm (600 vs 120) and allowed_agents per tenant; the 2.5 breach suite verifies the whole sandbox.
Editable source: diagrams/ws2-demo-env-and-3p-auth-sandbox-topology.drawio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component inventory for Pattern A Demo Environment &amp; 3P Auth Sandbox: Pooled Project, Federated IdPs, OAuth 2LO/3LO Apps, Redis &amp; Firestore Tenant Config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— Pattern A 1-Click Terraform Starter: Provider → Cloud Armor WAF → Cloud Run v2 GEAP Gateway → Redis / KMS CMEK → BigQuery OTel Resource Graph
• A single root module (main.tf + variables.tf) on Terraform &gt;= 1.5.0 with hashicorp/google &gt;= 5.30.0 deploys the pooled Pattern A core in one apply.
• Routing hub is Hop 1: google_compute_security_policy.cymbal_pooled_waf with a deny(403) SQLi/XSS rule at priority 1000 and a default SRC_IPS_V1 allow.
• Left spoke is the runtime graph: google_cloud_run_v2_service.cymbal_pooled_gateway, Gen2 gVisor, internal-LB ingress and env vars referencing other resources.
• Right spoke is the data graph: google_redis_instance.tenant_token_bulkhead (REDIS_7_0, STANDARD_HA, 5 GB); AlloyDB RLS and Firestore are provisioned in 2.2.
• Governance hub covers keys and audit: cymbal-pooled-tenant-kr key ring, finvault-agent-memory-cmek (90-day rotation), BigQuery dataset cymbal_multi_tenant_otel.
• Two outputs close the loop — pooled_gateway_uri and redis_bulkhead_host — so downstream workstreams can bind to the deployed resources without hardcoding.
Editable source: diagrams/ws2-terraform-starter-resource-graph.drawio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— Pattern A 1-Click Terraform Starter: Provider → Cloud Armor WAF → Cloud Run v2 GEAP Gateway → Redis / KMS CMEK → BigQuery OTel Resource Graph
• A single root module (main.tf + variables.tf) on Terraform &gt;= 1.5.0 with hashicorp/google &gt;= 5.30.0 deploys the pooled Pattern A core in one apply.
• Routing hub is Hop 1: google_compute_security_policy.cymbal_pooled_waf with a deny(403) SQLi/XSS rule at priority 1000 and a default SRC_IPS_V1 allow.
• Left spoke is the runtime graph: google_cloud_run_v2_service.cymbal_pooled_gateway, Gen2 gVisor, internal-LB ingress and env vars referencing other resources.
• Right spoke is the data graph: google_redis_instance.tenant_token_bulkhead (REDIS_7_0, STANDARD_HA, 5 GB); AlloyDB RLS and Firestore are provisioned in 2.2.
• Governance hub covers keys and audit: cymbal-pooled-tenant-kr key ring, finvault-agent-memory-cmek (90-day rotation), BigQuery dataset cymbal_multi_tenant_otel.
• Two outputs close the loop — pooled_gateway_uri and redis_bulkhead_host — so downstream workstreams can bind to the deployed resources without hardcoding.
Editable source: diagrams/ws2-terraform-starter-resource-graph.drawio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component inventory for Pattern A 1-Click Terraform Starter: Provider → Cloud Armor WAF → Cloud Run v2 GEAP Gateway → Redis / KMS CMEK → BigQuery OTel Resource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Pooled density and zero-bleed isolation are compatible when tenant identity is cryptographic and enforced at every hop, not just the gateway.
• Shared compute (gVisor pods) and shared storage (AlloyDB RLS) plus tenant-scoped policy is the whole Pattern A picture.
• Read-only immutable prefix caching is both the FinOps lever (90% prefix discount) and a security control (no suffix write-back).
• Verify architecture with a deterministic red-team suite that asserts status codes, decisions and payloads for all 10 vectors.
• Graduate tenants to Pattern B Sovereign Silos only when they mandate VPC-SC, project separation, CMEK kill-switch or air-gapped Gemma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run_breach_simulations.py, apply the 2.6 Terraform starter, complete the 90-minute codelab, then continue to Workstream 3 — Pattern B Sovereign Silos.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pn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png"/><Relationship Id="rId17" Type="http://schemas.openxmlformats.org/officeDocument/2006/relationships/image" Target="../media/image-12-17.png"/><Relationship Id="rId18" Type="http://schemas.openxmlformats.org/officeDocument/2006/relationships/image" Target="../media/image-12-18.png"/><Relationship Id="rId19" Type="http://schemas.openxmlformats.org/officeDocument/2006/relationships/image" Target="../media/image-12-19.png"/><Relationship Id="rId20" Type="http://schemas.openxmlformats.org/officeDocument/2006/relationships/image" Target="../media/image-1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png"/><Relationship Id="rId15" Type="http://schemas.openxmlformats.org/officeDocument/2006/relationships/image" Target="../media/image-15-15.png"/><Relationship Id="rId16" Type="http://schemas.openxmlformats.org/officeDocument/2006/relationships/image" Target="../media/image-15-16.png"/><Relationship Id="rId17" Type="http://schemas.openxmlformats.org/officeDocument/2006/relationships/image" Target="../media/image-15-17.png"/><Relationship Id="rId18" Type="http://schemas.openxmlformats.org/officeDocument/2006/relationships/image" Target="../media/image-15-18.png"/><Relationship Id="rId19" Type="http://schemas.openxmlformats.org/officeDocument/2006/relationships/image" Target="../media/image-15-19.png"/><Relationship Id="rId20" Type="http://schemas.openxmlformats.org/officeDocument/2006/relationships/image" Target="../media/image-1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png"/><Relationship Id="rId17" Type="http://schemas.openxmlformats.org/officeDocument/2006/relationships/image" Target="../media/image-18-17.png"/><Relationship Id="rId18" Type="http://schemas.openxmlformats.org/officeDocument/2006/relationships/image" Target="../media/image-18-18.png"/><Relationship Id="rId19" Type="http://schemas.openxmlformats.org/officeDocument/2006/relationships/image" Target="../media/image-18-19.png"/><Relationship Id="rId20" Type="http://schemas.openxmlformats.org/officeDocument/2006/relationships/image" Target="../media/image-1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0"/>
            <a:ext cx="2468880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7223760" y="0"/>
            <a:ext cx="2194560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418320" y="0"/>
            <a:ext cx="2773375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384048"/>
            <a:ext cx="6720840" cy="5074920"/>
          </a:xfrm>
          <a:prstGeom prst="roundRect">
            <a:avLst>
              <a:gd name="adj" fmla="val 1802"/>
            </a:avLst>
          </a:prstGeom>
          <a:solidFill>
            <a:srgbClr val="132238"/>
          </a:solidFill>
          <a:ln w="12700">
            <a:solidFill>
              <a:srgbClr val="2338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384048"/>
            <a:ext cx="109728" cy="50749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705917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91540" y="705917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1005840" y="705917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20140" y="705917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621792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B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NEXT ’26  •  ENTERPRISE AGENTIC ARCHITECTURE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987552"/>
            <a:ext cx="6126480" cy="310896"/>
          </a:xfrm>
          <a:prstGeom prst="roundRect">
            <a:avLst>
              <a:gd name="adj" fmla="val 17647"/>
            </a:avLst>
          </a:prstGeom>
          <a:solidFill>
            <a:srgbClr val="172B4D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987552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F0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1426464"/>
            <a:ext cx="61722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— Pooled Architecture: One Shared Runtime, Two Competing Tenants, Zero Bleed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77240" y="3154680"/>
            <a:ext cx="61722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High-Density Pooled Multi-Tenancy on GEAP &amp; ADK 2.0 — 5-Hop Cryptographic Context Chain, 10-point breach suite, 90% ContextCacheConfig save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4187952"/>
            <a:ext cx="1956816" cy="1024128"/>
          </a:xfrm>
          <a:prstGeom prst="roundRect">
            <a:avLst>
              <a:gd name="adj" fmla="val 5357"/>
            </a:avLst>
          </a:prstGeom>
          <a:solidFill>
            <a:srgbClr val="0B1426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187952"/>
            <a:ext cx="195681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29768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Pooled SaaS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4626864"/>
            <a:ext cx="1773936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Runtime + 90% Cache Save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2843784" y="4187952"/>
            <a:ext cx="1956816" cy="1024128"/>
          </a:xfrm>
          <a:prstGeom prst="roundRect">
            <a:avLst>
              <a:gd name="adj" fmla="val 5357"/>
            </a:avLst>
          </a:prstGeom>
          <a:solidFill>
            <a:srgbClr val="0B1426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43784" y="4187952"/>
            <a:ext cx="195681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23" name="Text 21"/>
          <p:cNvSpPr/>
          <p:nvPr/>
        </p:nvSpPr>
        <p:spPr>
          <a:xfrm>
            <a:off x="2935224" y="429768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• Sovereign Silos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935224" y="4626864"/>
            <a:ext cx="1773936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CMEK + Gemma 3 Air-Gap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4910328" y="4187952"/>
            <a:ext cx="1956816" cy="1024128"/>
          </a:xfrm>
          <a:prstGeom prst="roundRect">
            <a:avLst>
              <a:gd name="adj" fmla="val 5357"/>
            </a:avLst>
          </a:prstGeom>
          <a:solidFill>
            <a:srgbClr val="0B1426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10328" y="4187952"/>
            <a:ext cx="195681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27" name="Text 25"/>
          <p:cNvSpPr/>
          <p:nvPr/>
        </p:nvSpPr>
        <p:spPr>
          <a:xfrm>
            <a:off x="5001768" y="429768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• Dynamic Hybrid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001768" y="4626864"/>
            <a:ext cx="1773936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Spokes + Live Tier Upgrade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7360920" y="384048"/>
            <a:ext cx="4370832" cy="5074920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60920" y="384048"/>
            <a:ext cx="4370832" cy="384048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0" y="411480"/>
            <a:ext cx="40965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NATIVE EDITABLE ARCHITECTURE BLUEPRINT</a:t>
            </a:r>
            <a:endParaRPr lang="en-US" sz="85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5494" y="841248"/>
            <a:ext cx="3422599" cy="4069080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7498080" y="4983480"/>
            <a:ext cx="409651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498080" y="4983480"/>
            <a:ext cx="40965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PromptCanvas Vision AST → Decomposed Native PPTX Shapes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7200" y="5614416"/>
            <a:ext cx="82296" cy="932688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7" name="Text 34"/>
          <p:cNvSpPr/>
          <p:nvPr/>
        </p:nvSpPr>
        <p:spPr>
          <a:xfrm>
            <a:off x="621792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Editable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21792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PPTX &amp; Google Slides Shapes, Icons &amp; Connectors</a:t>
            </a:r>
            <a:endParaRPr lang="en-US" sz="820" dirty="0"/>
          </a:p>
        </p:txBody>
      </p:sp>
      <p:sp>
        <p:nvSpPr>
          <p:cNvPr id="39" name="Shape 36"/>
          <p:cNvSpPr/>
          <p:nvPr/>
        </p:nvSpPr>
        <p:spPr>
          <a:xfrm>
            <a:off x="3310128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310128" y="5614416"/>
            <a:ext cx="82296" cy="932688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1" name="Text 38"/>
          <p:cNvSpPr/>
          <p:nvPr/>
        </p:nvSpPr>
        <p:spPr>
          <a:xfrm>
            <a:off x="3474720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Chain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3474720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OBO+DPoP → Registry PDP → Sandbox → Model Armor → RLS</a:t>
            </a:r>
            <a:endParaRPr lang="en-US" sz="820" dirty="0"/>
          </a:p>
        </p:txBody>
      </p:sp>
      <p:sp>
        <p:nvSpPr>
          <p:cNvPr id="43" name="Shape 40"/>
          <p:cNvSpPr/>
          <p:nvPr/>
        </p:nvSpPr>
        <p:spPr>
          <a:xfrm>
            <a:off x="6163056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163056" y="5614416"/>
            <a:ext cx="82296" cy="932688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Text 42"/>
          <p:cNvSpPr/>
          <p:nvPr/>
        </p:nvSpPr>
        <p:spPr>
          <a:xfrm>
            <a:off x="6327648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 PASS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327648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Deep Forensic Audit &amp; Schema Verification</a:t>
            </a:r>
            <a:endParaRPr lang="en-US" sz="820" dirty="0"/>
          </a:p>
        </p:txBody>
      </p:sp>
      <p:sp>
        <p:nvSpPr>
          <p:cNvPr id="47" name="Shape 44"/>
          <p:cNvSpPr/>
          <p:nvPr/>
        </p:nvSpPr>
        <p:spPr>
          <a:xfrm>
            <a:off x="9015984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015984" y="5614416"/>
            <a:ext cx="82296" cy="932688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9" name="Text 46"/>
          <p:cNvSpPr/>
          <p:nvPr/>
        </p:nvSpPr>
        <p:spPr>
          <a:xfrm>
            <a:off x="9180576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 PASS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9180576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Breach Defense, Silo CMEK &amp; Zero-Downtime Upgrade Sims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• EDITABLE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• CORE MULTI-TENANT GOVERNANCE PILLARS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projects per Standard-tier SaaS customer destroy gross margin, but naive shared runtimes leak agents, tools, caches and PII.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project (cymbal-pooled-saas-prod) governed by the 5-Hop Cryptographic Context Chain from edge PEP to AlloyDB RLS.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  •  5-Hop Context Chain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 (Enterprise, Google OIDC/Jira) and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 (Enterprise, Google OIDC/Jira) and RetailStream Corp (Standard, Entra ID/ServiceNow) share one runtime with 10/10 breach vectors blocked.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ID 3LO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READ_ONLY_IMMUTABLE_PREFIX bills the 32,000-token operator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READ_ONLY_IMMUTABLE_PREFIX bills the 32,000-token operator prefix at a 90% discount for ~84.7% net input COGS reduction.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Ships as Milestone 1 (Week 4)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Ships as Milestone 1 (Week 4) with a Terraform starter, 90-minute codelab, and locally runnable run_breach_simulations.py.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RLS &amp; OTel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 • Multi-Tenant Agentic AI on Google Cloud • Gemini Enterprise Agent Platform (GEAP) &amp; ADK 2.0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Pooled Economics Paradox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Pooled Economics Paradox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56290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teams demand absolute isolation of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teams demand absolute isolation of agents, runbooks, 3P OAuth credentials, memories and regulated PII.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95974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95974" y="1463040"/>
            <a:ext cx="56290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63422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422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99478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CFOs demand density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42278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6342278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project, VPC, AlloyDB cluster and endpoint per $500–$2,000/month tenant exhausts quotas and margin.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42278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6397142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813048"/>
            <a:ext cx="56290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512064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69264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Gateway-level WHERE tenant_id = ? fails for agents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12064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Mid-turn MCP discovery, confused-deputy credentials, cache bleed, noisy neighbors.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195974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95974" y="3813048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6342278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42278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799478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is the lowest-unit-cost pattern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6342278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6342278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is the lowest-unit-cost pattern, fit for Standard B2B tiers and high-volume tasks.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  •  Click any Bento card to edit text, badges, or styling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Anchor Case Study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Anchor Case Study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56290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publishes the Shared Incident Diagnostic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publishes the Shared Incident Diagnostic Agent on Gemini 2.5 Pro with Firestore + Memorystore dynamic config and 2LO telemetry MCP.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95974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95974" y="1463040"/>
            <a:ext cx="56290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63422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422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99478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42278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6342278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tier, 8,000 thinking tokens, 600 RPM, Google Workspace OIDC + Jira 3LO, CMEK memory namespace.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42278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6397142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813048"/>
            <a:ext cx="56290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512064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69264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Corp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12064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tier, 4,000 thinking cap, 120 RPM Redis bulkhead, Entra ID + SharePoint/ServiceNow inline 3LO consent.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ID 3LO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195974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95974" y="3813048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6342278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42278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799478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Alpha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6342278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6342278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FinVault's private Claude 3.7 Sonnet regulatory agent on Model Garden, hot-swappable, invisible to RetailStream (403).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  •  Click any Bento card to edit text, badges, or styling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5-Hop Chain in Pattern 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5-Hop Chain in Pattern A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hop1_edge_identity_pep.py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Armor/IAP strip X-Tenant-ID, verify IdP JWT, mint RFC 8693 OBO token bound to DPoP jkt.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+ IAP  •  RFC 8693 OBO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hop2_registry_pdp_callbacks.py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PDP + ARD catalog filter + ADK before_agent_callback tool pruning (403).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hop3_compute_finops_bulkhead.py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temp:tenant_id, 5-Level Memory Bank, ContextCacheConfig 90%, Redis 429 and token clamp.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 •  gVisor Sandbox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hop4_model_armor_guardrails.py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ingress 400, Semantic NLC 422, tenant-scoped SDP egress redaction.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 hop5_data_rls_and_otel.py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 via SET LOCAL app.current_tenant, 2LO/3LO Auth Manager, BigQuery OTel spans.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  •  Click any Bento card to edit text, badges, or styling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10-Point Breach Simulation Suite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10-Point Breach Simulation Suite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Vectors 1–3 (Hops 1–2)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Forged header stripped, Agent Alpha 403, FinVault pruned from RetailStream ServiceNow MCP.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Vectors 4, 5, 8 (Hop 4)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injection 400, OCC escalation suppression 422, IBAN/SWIFT/PAN masked on egress.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Vectors 6, 7, 9 (Hops 3 &amp; 5)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16,000 tokens clamped to 4,000, 250 RPM throttled 429, cross-tenant memory PermissionError, RLS 0 rows.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10 (Hop 5)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401 CHALLENGE_3LO_OAUTH for ServiceNow, resumed to 200 after inline Entra ID consent.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ID 3LO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10 pass locally with no cloud credentials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denial lands as a BigQuery OTel security span.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RLS &amp; OTel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  •  Click any Bento card to edit text, badges, or styling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FinOps, Terraform, Codelab &amp; Product Gaps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FinOps, Terraform, Codelab &amp; Product Gaps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56290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Per-turn input drops from 34,000 full-price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Per-turn input drops from 34,000 full-price tokens to ~5,200 billable with zero cross-tenant cache bleed.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95974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95974" y="1463040"/>
            <a:ext cx="56290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63422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422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99478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starter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42278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6342278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Cymbal-pooled-edge-waf, cymbal-tenant-bulkhead-redis, cymbal-pooled-tenant-kr, cymbal-pooled-agent-gateway, OTel dataset.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42278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6397142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813048"/>
            <a:ext cx="56290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512064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69264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90-minute L300–L400 codelab runs all four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12064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90-minute L300–L400 codelab runs all four breach modules plus a BigQuery chargeback audit.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195974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95974" y="3813048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6342278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42278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799478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prioritized gaps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6342278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6342278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GEAP-POOL-01 Registry tenant claim, -02 Entra DPoP/3LO, -03 Memory Bank CMEK, -04 unified ContextCacheConfig.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 •  GEAP Registry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  •  Click any Bento card to edit text, badges, or styling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A: High-Density Pooled Multi-Tenant Architecture &amp; Shared Runtime Governance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9" y="694944"/>
            <a:ext cx="4860036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High-Density Pooled Multi-Tenant Architecture &amp; Shared Runtime Governance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actor, 'FinVault &amp; RetailStream Competing SaaS Tenants', enters one 'Shared GCP Project: cymbal-pooled-saas-prod'.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'Hop 1 &amp; Hop 2: Edge PEP &amp; GEAP Registry PDP': strip X-Tenant-ID, filter ARD catalog, mint OBO + DPoP token.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'Hop 3 &amp; 5: Shared FinOps, Cache &amp; OTel Hub': ContextCacheConfig 90%, Redis Rate Bulkhead, BigQuery OTel Sink.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Trunk badge 3 'Bind immutable temp:tenant_id' before any tenant code runs; badge 7 returns 'SDP-redacted tenant response'.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A FinVault: Model Armor masks IBAN/SWIFT + OCC NLC, Gemini &amp; Claude 3.7, 3LO Workspace/Jira, Shared AlloyDB RLS.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B RetailStream: Card PAN + PCI NLC, Gemini 2.5 Pro clamped to 4,000 tokens, 3LO Entra &amp; SNOW inline consent gate.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Pattern A: High-Density Pooled Multi-Tenant Architecture &amp; Shared Runtime Governance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A: High-Density Pooled Multi-Tenant Architecture &amp; Shared Runtime Governance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cymbal-pooled-saas-prod (Maximum Density Pooled SaaS)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 • 5-Hop Cryptographic Context Chain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(Envelope CMEK)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GEAP Registry PDP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&amp; ARD catalog pruning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 Cache &amp; OTel Hub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SaaS Tenants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(90% COGS Save)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Shared Operator Prefix</a:t>
            </a:r>
            <a:endParaRPr lang="en-US" sz="41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Token Chargeback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Rate Bulkhead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app.current_tenant='finvault'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current_tenant='retailstream'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OCC NLC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NLC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WAF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Forged X-Tenant-ID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 Registry PDP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 Catalog Filter (403 Alpha)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 (jkt)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49978"/>
            <a:ext cx="777240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 skills-finvault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Filtered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49978"/>
            <a:ext cx="777240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 skills-retail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Filtered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DPoP token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ARD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High-Density Pooled Multi-Tenant Architecture &amp; Shared Runtime Governance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actor, 'FinVault &amp; RetailStream Competing SaaS Tenants', enters one 'Shared GCP Project: cymbal-pooled-saas-prod'.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'Hop 1 &amp; Hop 2: Edge PEP &amp; GEAP Registry PDP': strip X-Tenant-ID, filter ARD catalog, mint OBO + DPoP token.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'Hop 3 &amp; 5: Shared FinOps, Cache &amp; OTel Hub': ContextCacheConfig 90%, Redis Rate Bulkhead, BigQuery OTel Sink.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Trunk badge 3 'Bind immutable temp:tenant_id' before any tenant code runs; badge 7 returns 'SDP-redacted tenant response'.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A FinVault: Model Armor masks IBAN/SWIFT + OCC NLC, Gemini &amp; Claude 3.7, 3LO Workspace/Jira, Shared AlloyDB RLS.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B RetailStream: Card PAN + PCI NLC, Gemini 2.5 Pro clamped to 4,000 tokens, 3LO Entra &amp; SNOW inline consent gate.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diagrams/ws2-pattern-a-pooled-5hop-architecture.drawio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VIS-WS2-PATTERN-A-POOLED-5HOP-ARCHITECTURE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GCP Project: cymbal-pooled-saas-prod (Maximum Density Pooled 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VPC • 5-Hop Cryptographic Context Chain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Logical &amp; Cryptographic Slice A • FinVault Bank (Enterprise Tier)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Logical &amp; Cryptographic Slice B • RetailStream Corp (Standard Tier)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Logical Partition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Namespace: finvault:user:session (Envelope CMEK)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 Logical Partition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Namespace: retailstream:user:session (120 RPM Cap)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1 &amp; Hop 2: Edge PEP &amp; GEAP Registry PDP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Header stripping, OBO+DPoP &amp; ARD catalog pruning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3 &amp; 5: Shared FinOps, Cache &amp; OTel Hub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&amp; RetailStream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Competing SaaS Tenants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 Load Balancer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Load Balancing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ContextCacheConfig (90% COGS Save)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32k Shared Operator Prefix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Sink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Zero-PII Token Chargeback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 Rate Bulkhead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 Standard vs 8k Enterprise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AlloyDB RLS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app.current_tenant='finvault'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Component Specification Table  •  Source: diagrams/ws2-pattern-a-pooled-5hop-architecture.drawio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A: 10-Point Cross-Tenant Breach Simulation &amp; Cryptographic Defense Matrix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9" y="694944"/>
            <a:ext cx="4860036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10-Point Cross-Tenant Breach Simulation &amp; Cryptographic Defense Matrix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geometry as Figure 1, relabeled as gates: 'Red-Team Attacker Spoofed Headers &amp; Injections' probes, badge 7 returns 'Blocked / Safe'.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1 &amp; Hop 2 Gates (Vectors 1, 2, 3 &amp; 10)': header strip, Agent 403, tool prune of FinVault Jira MCP.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3 &amp; 5 FinOps &amp;' hub: Vector 6 Redis 429 &amp; 4k clamp, Vector 10 inline 3LO, BigQuery OTel logs every blocked vector.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4 Guardrail Gates (Vectors 4, 5 &amp; 8)': HTTP 400 SQLi/cache dump, HTTP 422 NLC, SDP mask IBAN/SWIFT/PAN, zero raw PII egress.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3 &amp; Hop 5 Storage Gates (Vectors 7 &amp; 9)': L4 memory, GCS skills, READ_ONLY_IMMUTABLE_PREFIX cache, AlloyDB RLS SET LOCAL.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governance line: 'Real-time security violation spans' — every denial is a queryable audit record.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2: Pattern A: 10-Point Cross-Tenant Breach Simulation &amp; Cryptographic Defense Matrix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A: 10-Point Cross-Tenant Breach Simulation &amp; Cryptographic Defense Matrix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Breach Verification Harness (10/10 Deterministic Security Gates PASS)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• Zero-Trust 5-Hop Enforcement Pipeline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Guardrail Gates (Vectors 4, 5 &amp; 8) • Prompt, NLC &amp; SDP DLP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Hop 5 Storage Gates (Vectors 7 &amp; 9) • Memory, Skills &amp; RLS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&amp; Semantic NLCs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Injection Screen &amp; Egress SDP Redaction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Bank, Skills &amp; AlloyDB RLS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Namespace &amp; Storage-Engine Isolation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 Gates (Vectors 1, 2, 3 &amp; 10)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Neutralizes header spoofing, Agent Alpha &amp; MCP leaks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 FinOps &amp; Audit Gates (Vectors 6 &amp; 9)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 Attacker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Spoofed Headers &amp; Injections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Edge PEP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6: Redis 429 &amp; 4k Token Clamp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250 RPM Flood &amp; 16k</a:t>
            </a:r>
            <a:endParaRPr lang="en-US" sz="41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Audit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 Every Blocked Vector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10: Inline 3LO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401 Entra OAuth Challenge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Raw PII Egress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[REDACTED-FINVAULT-*]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7C: AlloyDB RLS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Cross-Tenant Rows Returned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Only Clean Turns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9: Prefix Cache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READ_ONLY_IMMUTABLE_PREFIX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8: SDP Mask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Redacts IBAN, SWIFT &amp; PAN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Vault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Tenant-Scoped OAuth Tokens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Registry PDP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 Catalog + ADK Callback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4: HTTP 400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SQLi &amp; Cache Dump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5: HTTP 422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OCC Escalation Suppress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7A: L4 Memory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PermissionError on Cross-Read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7B: GCS Skills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gs://cymbal-skills-fv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1: Header Strip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Drops Forged X-Tenant-ID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2: Agent 403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Retail -&gt; Agent Alpha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3: Tool Prune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Prunes FinVault Jira MCP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security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violation spans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DLP Egress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PII in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Cache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cross-tenant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data/cache bleed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NLC rules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context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enters Hop 3–5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3LO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tools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prompt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 PII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spoofed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HTTP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 Forbidden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 / Safe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 / 200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 Probe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10-Point Cross-Tenant Breach Simulation &amp; Cryptographic Defense Matrix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geometry as Figure 1, relabeled as gates: 'Red-Team Attacker Spoofed Headers &amp; Injections' probes, badge 7 returns 'Blocked / Safe'.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1 &amp; Hop 2 Gates (Vectors 1, 2, 3 &amp; 10)': header strip, Agent 403, tool prune of FinVault Jira MCP.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3 &amp; 5 FinOps &amp;' hub: Vector 6 Redis 429 &amp; 4k clamp, Vector 10 inline 3LO, BigQuery OTel logs every blocked vector.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4 Guardrail Gates (Vectors 4, 5 &amp; 8)': HTTP 400 SQLi/cache dump, HTTP 422 NLC, SDP mask IBAN/SWIFT/PAN, zero raw PII egress.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3 &amp; Hop 5 Storage Gates (Vectors 7 &amp; 9)': L4 memory, GCS skills, READ_ONLY_IMMUTABLE_PREFIX cache, AlloyDB RLS SET LOCAL.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governance line: 'Real-time security violation spans' — every denial is a queryable audit record.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diagrams/ws2-pattern-a-breach-defense-sequence.drawio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VIS-WS2-PATTERN-A-BREACH-DEFENSE-SEQUENCE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Adversarial Breach Verification Harness (10/10 Deterministic Securit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 • Zero-Trust 5-Hop Enforcement Pipeline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4 Guardrail Gates (Vectors 4, 5 &amp; 8) • Prompt, NLC &amp; SDP DLP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3 &amp; Hop 5 Storage Gates (Vectors 7 &amp; 9) • Memory, Skills &amp; RLS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Armor &amp; Semantic NLCs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Ingress Injection Screen &amp; Egress SDP Redaction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 Bank, Skills &amp; AlloyDB RLS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Cryptographic Namespace &amp; Storage-Engine Isolation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1 &amp; Hop 2 Gates (Vectors 1, 2, 3 &amp; 10)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Neutralizes header spoofing, Agent Alpha &amp; MCP leaks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3 &amp; 5 FinOps &amp; Audit Gates (Vectors 6 &amp; 9)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Red-Team Attacker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Spoofed Headers &amp; Injections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 Load Balancer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Armor Edge PEP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Vector 6: Redis 429 &amp; 4k Token Clamp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Blocks 250 RPM Flood &amp; 16k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Audit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Logs Every Blocked Vector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Vector 10: Inline 3LO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 401 Entra OAuth Challenge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Raw PII Egress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[REDACTED-FINVAULT-*]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Component Specification Table  •  Source: diagrams/ws2-pattern-a-breach-defense-sequence.drawio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Pattern A Demo Environment &amp; 3P Auth Sandbox: Pooled Project, Federated IdPs, OAuth 2LO/3LO Apps, Redis &amp; Firestore Tenant Config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694944"/>
            <a:ext cx="4872838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Demo Environment &amp; 3P Auth Sandbox: Pooled Project, Federated IdPs, OAuth 2LO/3LO Apps, Redis &amp; Firestore Tenant Config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project (cymbal-pooled-saas-prod, us-central1) with 12 enabled APIs hosts both demo tenants; isolation is logical, not per-project.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is the Hop 1 front door: Cloud Armor cymbal-pooled-edge-waf (rule 1000 SQLi/XSS deny-403) plus the Edge PEP that strips forged X-Tenant-ID headers.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wires FinVault Bank: a Google OAuth 2.0 Client ID on finvault.com, Workspace 3LO scopes (drive, calendar, gmail) and Jira read/write:jira-work.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 wires RetailStream Corp with zero Google footprint: Entra app Cymbal-RetailStream-Agent-Client, Graph Sites.Read.All, ServiceNow useraccount.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holds the shared setup: Agent Identity (Auth Manager) scope registry, Cloud KMS for CMEK and BigQuery for OpenTelemetry audit.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seeds tier, thinking budget (8000 vs 4000), Redis rpm (600 vs 120) and allowed_agents per tenant; the 2.5 breach suite verifies the whole sandbox.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3: Pattern A Demo Environment &amp; 3P Auth Sandbox: Pooled Project, Federated IdPs, OAuth 2LO/3LO Apps, Redis &amp; Firestore Tenant Config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Pattern A Demo Environment &amp; 3P Auth Sandbox: Pooled Project, Federated IdPs, OAuth 2LO/3LO Apps, Redis &amp; Firestore Tenant Config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Demo Project cymbal-pooled-saas-prod (us-central1) • 12 Enabled APIs (aiplatform, modelarmor, dlp, run, iap, alloydb, redis, firestore, cloudkms, bigquery)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GEAP Runtime • Hop 1 Edge PEP + Hop 5 3P Auth Sandbox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Alpha Sandbox: FinVault Bank (ENTERPRISE • Google Workspace OIDC + Jira 3LO)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Beta Sandbox: RetailStream Corp (STANDARD • Microsoft Entra ID, Zero Google Footprint)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Sandbox Wiring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finvault.com OAuth 2.0 Client ID • 8,000 thinking budget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Sandbox Wiring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retailstream.onmicrosoft.com • 4,000 thinking budget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env ingress &amp; bootstrap hub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Project, APIs, Cloud Armor WAF, Global LB &amp; Edge PEP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Secrets, IdP issuer map &amp; observability setup hub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Platform Operator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bootstrap + IdP admin consoles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External App Load Balancer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edge.cymbal-saas.example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(Auth Manager)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scope registry</a:t>
            </a:r>
            <a:endParaRPr lang="en-US" sz="41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bigquery.googleapis.com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cloudkms.googleapis.com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Agent Alpha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claude-3-7-sonnet allowed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Redis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cymbal-tenant-bulkhead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MCP Sandbox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read/write:jira-work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 MCP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ITOM REST useraccount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Tenant Doc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ENTERPRISE • rpm 600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Tenant Doc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STANDARD • rpm 120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Edge PEP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Envoy Service Extension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OIDC Client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Client ID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3LO Scopes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App Reg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Cymbal-RetailStream-Agent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Sites.Read.All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SharePoint runbooks 3LO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WAF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cymbal-pooled-edge-waf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Sanitizer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X-Tenant-ID spoof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Edge PEP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IDP_ISSUER_MAP + OBO/DPoP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Scopes, keys &amp; audit datasets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+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tools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allowed_agents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alpha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OIDC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URL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7.0 5GB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bulkhead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breach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 suite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3LO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scopes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IdPs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(OIDC &amp; Entra)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OIDC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issuer per tenant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client ID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tenant config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1000 SQLi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 deny-403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forged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headers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APIs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Demo Environment &amp; 3P Auth Sandbox: Pooled Project, Federated IdPs, OAuth 2LO/3LO Apps, Redis &amp; Firestore Tenant Config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project (cymbal-pooled-saas-prod, us-central1) with 12 enabled APIs hosts both demo tenants; isolation is logical, not per-project.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is the Hop 1 front door: Cloud Armor cymbal-pooled-edge-waf (rule 1000 SQLi/XSS deny-403) plus the Edge PEP that strips forged X-Tenant-ID headers.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wires FinVault Bank: a Google OAuth 2.0 Client ID on finvault.com, Workspace 3LO scopes (drive, calendar, gmail) and Jira read/write:jira-work.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 wires RetailStream Corp with zero Google footprint: Entra app Cymbal-RetailStream-Agent-Client, Graph Sites.Read.All, ServiceNow useraccount.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holds the shared setup: Agent Identity (Auth Manager) scope registry, Cloud KMS for CMEK and BigQuery for OpenTelemetry audit.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seeds tier, thinking budget (8000 vs 4000), Redis rpm (600 vs 120) and allowed_agents per tenant; the 2.5 breach suite verifies the whole sandbox.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diagrams/ws2-demo-env-and-3p-auth-sandbox-topology.drawio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VIS-WS2-DEMO-ENV-AND-3P-AUTH-SANDBOX-TOPOLOGY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Demo Project cymbal-pooled-saas-prod (us-central1) • 12 Enabl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Pooled GEAP Runtime • Hop 1 Edge PEP + Hop 5 3P Auth Sandbox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Alpha Sandbox: FinVault Bank (ENTERPRISE • Google Workspace O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Beta Sandbox: RetailStream Corp (STANDARD • Microsoft Entra I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Sandbox Wiring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finvault.com OAuth 2.0 Client ID • 8,000 thinking budget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 Sandbox Wiring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retailstream.onmicrosoft.com • 4,000 thinking budget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env ingress &amp; bootstrap hub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Project, APIs, Cloud Armor WAF, Global LB &amp; Edge PEP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Secrets, IdP issuer map &amp; observability setup hub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 Platform Operator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gcloud bootstrap + IdP admin consoles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Global External App Load Balancer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edge.cymbal-saas.example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Identity (Auth Manager)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3LO scope registry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bigquery.googleapis.com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cloudkms.googleapis.com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Agent Alpha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claude-3-7-sonnet allowed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Component Specification Table  •  Source: diagrams/ws2-demo-env-and-3p-auth-sandbox-topology.drawio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Pattern A 1-Click Terraform Starter: Provider → Cloud Armor WAF → Cloud Run v2 GEAP Gateway → Redis / KMS CMEK → BigQuery OTel Resource Graph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6850" y="694944"/>
            <a:ext cx="5443423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1-Click Terraform Starter: Provider → Cloud Armor WAF → Cloud Run v2 GEAP Gateway → Redis / KMS CMEK → BigQuery OTel Resource Graph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root module (main.tf + variables.tf) on Terraform &gt;= 1.5.0 with hashicorp/google &gt;= 5.30.0 deploys the pooled Pattern A core in one apply.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is Hop 1: google_compute_security_policy.cymbal_pooled_waf with a deny(403) SQLi/XSS rule at priority 1000 and a default SRC_IPS_V1 allow.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is the runtime graph: google_cloud_run_v2_service.cymbal_pooled_gateway, Gen2 gVisor, internal-LB ingress and env vars referencing other resources.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 is the data graph: google_redis_instance.tenant_token_bulkhead (REDIS_7_0, STANDARD_HA, 5 GB); AlloyDB RLS and Firestore are provisioned in 2.2.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covers keys and audit: cymbal-pooled-tenant-kr key ring, finvault-agent-memory-cmek (90-day rotation), BigQuery dataset cymbal_multi_tenant_otel.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outputs close the loop — pooled_gateway_uri and redis_bulkhead_host — so downstream workstreams can bind to the deployed resources without hardcoding.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4: Pattern A 1-Click Terraform Starter: Provider → Cloud Armor WAF → Cloud Run v2 GEAP Gateway → Redis / KMS CMEK → BigQuery OTel Resource Graph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Pattern A 1-Click Terraform Starter: Provider → Cloud Armor WAF → Cloud Run v2 GEAP Gateway → Redis / KMS CMEK → BigQuery OTel Resource Graph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Root Module (main.tf + variables.tf) • provider "google" { project = var.project_id, region = var.region }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Dependency Graph • Hop 1 Edge → Hop 3 Runtime &amp; Bulkhead → Hop 5 Audit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Services Graph: google_cloud_run_v2_service.cymbal_pooled_gateway (Gen2 gVisor)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Graph: google_redis_instance.tenant_token_bulkhead + AlloyDB RLS &amp; Firestore (provisioned in 2.2)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v2 GEAP Gateway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cymbal-pooled-agent-gateway • EXECUTION_ENVIRONMENT_GEN2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Data &amp; Bulkhead Stores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Redis 7.0 STANDARD_HA 5GB (Hop 3 FinOps)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Provider, project &amp; ingress hub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required_providers + Hop 1 Cloud Armor WAF front door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IAM, CMEK keys &amp; observability resources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Operator (IaC)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init • plan • apply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provider &gt;= 5.30.0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var.project_id / var.region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Key Ring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cymbal-pooled-tenant-kr</a:t>
            </a:r>
            <a:endParaRPr lang="en-US" sz="49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Dataset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cymbal_multi_tenant_otel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CMEK Key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finvault-agent-memory-cmek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REDIS_BULKHEAD_HOST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redis_instance.host ref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Labels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hop-3-finops-bulkhead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CYMBAL_TOPOLOGY_MODE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alloydb.googleapis.com (2.2)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CONTEXT_CACHE_ID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shared-diagnostic-prefix-v2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Config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Per-tenant runtime docs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LB Ingress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INGRESS_TRAFFIC_INTERNAL_LB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v2 Service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cymbal-pooled-agent-gateway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Container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cymbal-agent-gateway:v2.0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Redis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cymbal-tenant-bulkhead-redis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STANDARD_HA 5 GB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REDIS_7_0 • var.region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Policy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cymbal_pooled_waf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1000 deny(403)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sqli-v33 || xss-v33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allow rule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SRC_IPS_V1 to IAP &amp; PEP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rotation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Hop 5 OTel audit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Gen2 gVisor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Implicit dep on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instance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&amp; rate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bulkhead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pattern-a-pooled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pooled_gateway_uri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redis_bulkhead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 env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Hop 3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data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2147483647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template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URI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Edge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policy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Preconfigured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rules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tfvars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1-Click Terraform Starter: Provider → Cloud Armor WAF → Cloud Run v2 GEAP Gateway → Redis / KMS CMEK → BigQuery OTel Resource Graph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root module (main.tf + variables.tf) on Terraform &gt;= 1.5.0 with hashicorp/google &gt;= 5.30.0 deploys the pooled Pattern A core in one apply.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is Hop 1: google_compute_security_policy.cymbal_pooled_waf with a deny(403) SQLi/XSS rule at priority 1000 and a default SRC_IPS_V1 allow.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is the runtime graph: google_cloud_run_v2_service.cymbal_pooled_gateway, Gen2 gVisor, internal-LB ingress and env vars referencing other resources.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 is the data graph: google_redis_instance.tenant_token_bulkhead (REDIS_7_0, STANDARD_HA, 5 GB); AlloyDB RLS and Firestore are provisioned in 2.2.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covers keys and audit: cymbal-pooled-tenant-kr key ring, finvault-agent-memory-cmek (90-day rotation), BigQuery dataset cymbal_multi_tenant_otel.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outputs close the loop — pooled_gateway_uri and redis_bulkhead_host — so downstream workstreams can bind to the deployed resources without hardcoding.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diagrams/ws2-terraform-starter-resource-graph.drawio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VIS-WS2-TERRAFORM-STARTER-RESOURCE-GRAPH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Root Module (main.tf + variables.tf) • provider "google" {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Resource Dependency Graph • Hop 1 Edge → Hop 3 Runtime &amp; Bulkhead → 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&amp; Services Graph: google_cloud_run_v2_service.cymbal_pooled_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Graph: google_redis_instance.tenant_token_bulkhead + AlloyDB RL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Run v2 GEAP Gateway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cymbal-pooled-agent-gateway • EXECUTION_ENVIRONMENT_GEN2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Data &amp; Bulkhead Stores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Memorystore Redis 7.0 STANDARD_HA 5GB (Hop 3 FinOps)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Provider, project &amp; ingress hub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required_providers + Hop 1 Cloud Armor WAF front door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IAM, CMEK keys &amp; observability resources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 Operator (IaC)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init • plan • apply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provider &gt;= 5.30.0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var.project_id / var.region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KMS Key Ring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cymbal-pooled-tenant-kr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Dataset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cymbal_multi_tenant_otel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CMEK Key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finvault-agent-memory-cmek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REDIS_BULKHEAD_HOST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redis_instance.host ref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Component Specification Table  •  Source: diagrams/ws2-terraform-starter-resource-graph.drawio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MANDATES • EDITABLE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TAKEAWAYS &amp; PRODUCTION CHECKLIST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density and zero-bleed isolation are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density and zero-bleed isolation are compatible when tenant identity is cryptographic and enforced at every hop, not just the gateway.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compute (gVisor pods) and shared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compute (gVisor pods) and shared storage (AlloyDB RLS) plus tenant-scoped policy is the whole Pattern A picture.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  •  AlloyDB RLS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immutable prefix caching is both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immutable prefix caching is both the FinOps lever (90% prefix discount) and a security control (no suffix write-back).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architecture with a deterministic red-team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architecture with a deterministic red-team suite that asserts status codes, decisions and payloads for all 10 vectors.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Graduate tenants to Pattern B Sovereign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Graduate tenants to Pattern B Sovereign Silos only when they mandate VPC-SC, project separation, CMEK kill-switch or air-gapped Gemma 3.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Sovereign Silos  •  VPC-SC Perimeter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D652D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34A853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 / ACTION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run_breach_simulations.py, apply the 2.6 Terraform starter, complete the 90-minute codelab, then continue to Workstream 3 — Pattern B Sovereign Silos.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Assets, Editable Diagrams &amp; Source Lineage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DELIVERABLES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91440" cy="60350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713232"/>
            <a:ext cx="110029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Architecture Blueprints, Source Blogs &amp; Executable Code Artifacts</a:t>
            </a:r>
            <a:endParaRPr lang="en-US" sz="16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53312"/>
          <a:ext cx="11460175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560320"/>
                <a:gridCol w="2560320"/>
                <a:gridCol w="24076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Blueprint ID &amp; Title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Editable Draw.io Source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High-Res PNG Blueprint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PromptCanvas Vision AST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2.1 • PATTERN A BLUEPRINT — Pattern A: High-Density Pooled Multi-Tenant Architecture &amp; Shared Runtime Governance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diagrams/ws2-pattern-a-pooled-5hop-architecture.drawio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diagrams/ws2-pattern-a-pooled-5hop-architecture.drawio.png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diagrams/vision_metadata/ws2-pattern-a-pooled-5hop-architecture.vision.json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2.5 • BREACH SUITE BLUEPRINT — Pattern A: 10-Point Cross-Tenant Breach Simulation &amp; Cryptographic Defense Matrix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diagrams/ws2-pattern-a-breach-defense-sequence.drawio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diagrams/ws2-pattern-a-breach-defense-sequence.drawio.png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diagrams/vision_metadata/ws2-pattern-a-breach-defense-sequence.vision.json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2.2 • DEMO ENV &amp; 3P AUTH SANDBOX — Pattern A Demo Environment &amp; 3P Auth Sandbox: Pooled Project, Federated IdPs, OAuth 2LO/3LO Apps, Redis &amp; Firestore Tenant Config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diagrams/ws2-demo-env-and-3p-auth-sandbox-topology.drawio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diagrams/ws2-demo-env-and-3p-auth-sandbox-topology.drawio.png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diagrams/vision_metadata/ws2-demo-env-and-3p-auth-sandbox-topology.vision.json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2.6 • TERRAFORM STARTER RESOURCE GRAPH — Pattern A 1-Click Terraform Starter: Provider → Cloud Armor WAF → Cloud Run v2 GEAP Gateway → Redis / KMS CMEK → BigQuery OTel Resource Graph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diagrams/ws2-terraform-starter-resource-graph.drawio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diagrams/ws2-terraform-starter-resource-graph.drawio.png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diagrams/vision_metadata/ws2-terraform-starter-resource-graph.vision.json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65760" y="4892040"/>
            <a:ext cx="369783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65760" y="4892040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3" name="Text 20"/>
          <p:cNvSpPr/>
          <p:nvPr/>
        </p:nvSpPr>
        <p:spPr>
          <a:xfrm>
            <a:off x="502920" y="5001768"/>
            <a:ext cx="342381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Explanatory &amp; Flagship Blogs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02920" y="5312664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Blog: blogs/ws2-pattern-a-pooled-architecture.md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Spec: blogs/ws2-pattern-a-pooled-architecture.deck.json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246474" y="4892040"/>
            <a:ext cx="369783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46474" y="4892040"/>
            <a:ext cx="3697834" cy="54864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27" name="Text 24"/>
          <p:cNvSpPr/>
          <p:nvPr/>
        </p:nvSpPr>
        <p:spPr>
          <a:xfrm>
            <a:off x="4383634" y="5001768"/>
            <a:ext cx="342381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Workstream Source Deliverables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383634" y="5312664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workstream-2-pattern-a-pooled/2.1-case-study-and-solution-architecture.md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workstream-2-pattern-a-pooled/2.5-breach-simulation-suite/run_breach_simulations.py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workstream-2-pattern-a-pooled/2.7-blog-pooled-architecture-governance.md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8128102" y="4892040"/>
            <a:ext cx="369783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128102" y="4892040"/>
            <a:ext cx="3697834" cy="54864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1" name="Text 28"/>
          <p:cNvSpPr/>
          <p:nvPr/>
        </p:nvSpPr>
        <p:spPr>
          <a:xfrm>
            <a:off x="8265262" y="5001768"/>
            <a:ext cx="342381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Reference Architecture &amp; Repo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65262" y="5312664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https://docs.cloud.google.com/architecture/multi-tenant-agentic-ai-system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https://github.com/nitinaggarwal-12/blogs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run_breach_simulations.py, apply the 2.6 Terraform starter, complete the 90-minute codelab, then continue to Workstream 3 — Pattern B Sovereign Silos.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A — Pooled Architecture: One Shared Runtime, Two Competing Tenants, Zero Bleed</dc:title>
  <dc:subject>PptxGenJS Presentation</dc:subject>
  <dc:creator>Google Cloud FDE • PromptCanvas Vision Decompiler</dc:creator>
  <cp:lastModifiedBy>Google Cloud FDE • PromptCanvas Vision Decompiler</cp:lastModifiedBy>
  <cp:revision>1</cp:revision>
  <dcterms:created xsi:type="dcterms:W3CDTF">2026-10-13T05:06:09Z</dcterms:created>
  <dcterms:modified xsi:type="dcterms:W3CDTF">2026-10-13T05:06:09Z</dcterms:modified>
</cp:coreProperties>
</file>