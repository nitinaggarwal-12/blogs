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Co-Hosting FinVault &amp; RetailStream Safely on One Pooled Google Cloud Stack
• Dynamic Per-Turn Runtime Hydration: A single pooled Diagnostic Agent on Cloud Run v2 &amp; Vertex AI Agent Engine dynamically loads each caller’s Firestore profile, GCS Skills (`gs://cymbal-skills-{tenant}/`), and 32k Gemini 2.5 Pro ContextCacheConfig prefix.
• FinVault Bank (Enterprise Slice in Pool): Authenticates via Google Workspace OIDC, unlocks an 8,000-token thinking budget and 600 RPM Valkey quota, and accesses private Agent Alpha (Gemini 2.5 Pro Dedicated PT) plus Workspace/Jira 3LO.
• RetailStream Corp (Standard Slice in Pool): Authenticates via Microsoft Entra ID OIDC, runs within a 4,000-token thinking cap and 120 RPM Valkey quota ($42/mo floor), and invokes SharePoint/ServiceNow 3LO with `-32042` step-up consent.
• Cryptographic Catalog, Memory &amp; AlloyDB RLS Firewall: Cloud Armor, IAP OBO/DPoP, Hop 2 ARD Filter (HTTP 403), Hop 3 L1–L5 Memory Bank namespaces, Hop 4 Model Armor/DLP, and Hop 5 AlloyDB FORCE RLS guarantee 100% mutual invisibility.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Pattern A Pooled Architecture vs. Naive Multi-Tenancy vs. Dedicated Silos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WS2 • Pattern A High-Density Pooled Runtime &amp; AlloyDB RLS Topology: Workstream 2 Pattern A Pooled  •  100+ Co-Hosted Tenants at $42/mo with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WS2 • 5-Actor UML Sequence: Pattern A Breach Defense &amp; 3LO Tool Execution: Workstream 2 Pattern A Sequence  •  10/10 Red-Team Attacks Blocked While Valid Tenant Queries Succeed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WS2 • ACT III: VALKEY TOKEN-BUCKET &amp; 90% PREFIX CACHE FINOPS PIPELINE: Workstream 2 Pattern A Pipeline  •  Valkey 120/600 RPM Bulkheads + 90% Shared Prefix Cache + 4k/8k Thinking Caps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2 • Pattern A — High-Density Pooled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WS2 • ACT III: 3-STAGE PATTERN A POOLED EXECUTION &amp; PREFIX-CACHE PIPELINE: Workstream 2 Pattern A Pipeline  •  Stage 1 32k Prefix Cache Warmup → Stage 2 Valkey RPM Bulkheads → Stage 3 AlloyDB RLS &amp; BigQuery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WS2 • ACT III: PATTERN A POOLED ECONOMICS &amp; QUOTA GOVERNANCE MODEL: Workstream 2 Pattern A Operating Model  •  $42/mo Unit Economics + 10/10 Breach Defense + Valkey Quota Bulkheads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High-Density Multi-Tenancy Without Compromising Security: Hundreds of commercial tenants can safely share one Cloud Run and AlloyDB footprint when cryptographic tenant context is verified across all 5 hops.
• Capture 84.7% Net Inference Savings via Immutable Prefix Caching: Cache shared platform instructions once in Gemini 2.5 Pro ContextCacheConfig (90% discount) while isolating tenant memory in L1–L5 namespaces.
• Eliminate Noisy Neighbors with Dual Quota Bulkheads: Pair Memorystore for Valkey token-bucket rate limiters (120 vs. 600 RPM) with per-tier Gemini thinking_budget clamps (4,000 vs. 8,000 tokens).
• Prove Isolation Continuously with the 10-Point Breach Suite: Run `run_breach_simulations.py` in CI/CD to verify deterministic HTTP 400/401/403/422/429 enforcement and zero cross-tenant SQL rows.
• Graduate Regulated Tenants to Pattern B/C Without Code Rewrites: Keep commercial tenants on Pattern A for maximum gross margin and promote regulated enterprises to dedicated silos via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Solving the Commercial SaaS Margin Equation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hosts hundreds of $500–$2,000/month commercial tenants inside one shared Google Cloud project (ramp-portal-dev) at a $42/month infrastructure floor.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Cryptographic Logical Isolation (Zero Physical Sprawl): Instead of spinning up separate VPCs per tenant, Pattern A enforces non-bypassable tenant boundaries across all 5 runtime hops in software.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10/10 Adversarial Red-Team Attacks Neutralized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share the exact same Cloud Run v2 workers and AlloyDB cluster with zero cross-tenant data or tool bleed.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Inference Cost Reduction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32,000-token immutable platform runbook is cached once in Gemini 2.5 Pro ContextCacheConfig at a 90% discount, cutting billable input tokens from 34,000 to 5,200 per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SOLUTION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Evolution, Well-Architected Pillars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3-stage tenant tier evolution (Pool -&gt; 0ms PSC Cutover -&gt; Silo), Google Cloud Well-Architected guarantees, and Workstream 1–5 deliverables.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$42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Monthly Unit Cost per Pooled SaaS Tenant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shared Cloud Run v2 and Vertex AI Agent Engine worker pool serving hundreds of commercial tenants in one project.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• High-Density Pool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10/10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Cross-Tenant Breach Attempts Blocked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header spoofing (401), tool enumeration (403), memory bleed (403), prompt injection (400), NLC breach (422), and noisy neighbors (429).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2.5 Breach Simulation Suite PASS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90%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System Prompt Prefix Cache Discount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Amortizes the 32k-token immutable runbook prefix across all pooled tenants while isolating dynamic suffix context per request.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Context Caching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Cross-Tenant SQL Rows Returned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Transactional PostgreSQL FORCE ROW LEVEL SECURITY binds app.current_tenant_id on every pooled AlloyDB connection checkout.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PostgreSQL RLS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Co-Hosting FinVault &amp; RetailStream Safely on One Pooled Google Cloud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Per-Turn Runtime Hydration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pooled Diagnostic Agent on Cloud Run v2 &amp; Vertex AI Agent Engine dynamically loads each caller’s Firestore profile, GCS Skills (gs://cymbal-skills-{tenant}/), and 32k Gemini 2.5 Pro ContextCacheConfig prefix.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Gemini 2.5 Pro ContextCacheConfig (32k Prefix)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Injects Tenant-Specific Prompt &amp; GCS Skills per Turn • 84.7% Net Input Token Cost Reduction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Pooled Control Plane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(Enterprise Slice in Pool)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Google Workspace OIDC, unlocks an 8,000-token thinking budget and 600 RPM Valkey quota, and accesses private Agent Alpha (Gemini 2.5 Pro Dedicated PT) plus Workspace/Jira 3LO.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Workspace OIDC • Agent Alpha (Gemini 2.5 Pro Dedicated PT) • 3LO Drive/Gmail/Jira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8,000 Thinking Tokens • 600 RPM Valkey Bucket • OCC NLC (HTTP 422) + IBAN/SWIFT Masking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FinVault Pooled Enterprise Slice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 (Standard Slice in Pool)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Microsoft Entra ID OIDC, runs within a 4,000-token thinking cap and 120 RPM Valkey quota ($42/mo floor), and invokes SharePoint/ServiceNow 3LO with -32042 step-up consent.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Microsoft Entra ID OIDC • Shared Diagnostic Agent • 3LO SharePoint &amp; ServiceNow ITOM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4,000 Thinking Tokens • 120 RPM Valkey Bucket • PCI-DSS PAN/SSN Masking • $42/mo Floor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RetailStream Pooled Standard Slice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Catalog, Memory &amp; AlloyDB RLS Firewall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Armor, IAP OBO/DPoP, Hop 2 ARD Filter (HTTP 403), Hop 3 L1–L5 Memory Bank namespaces, Hop 4 Model Armor/DLP, and Hop 5 AlloyDB FORCE RLS guarantee 100% mutual invisibility.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Armor • IAP STS • Hop 2 ARD • L1–L5 Memory Bank • Model Armor • AlloyDB FORCE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10/10 Adversarial Red-Team Breach Simulations Blocked • 0 Cross-Tenant SQL Rows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Unified Pattern A Security Stack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Pooled Architecture vs. Naive Multi-Tenancy vs. Dedicated Silos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17520"/>
                <a:gridCol w="320040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Naive Shared Multi-Tenancy (Anti-Pattern)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Cryptographic Pooled (WS2 Target)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Dedicated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Ingress &amp; identity binding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Trusts client-supplied X-Tenant-Id HTTP header or shared API key in application code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strips X-Tenant-Id; IAP + STS mints RFC 8693 OBO &amp; RFC 9449 DPoP context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per-project IAM Principal Access Boundary (PAB)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Tool catalog &amp; memory state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Global MCP tool list &amp; shared vector collection accessible to any prompt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 ARD visibility filter (HTTP 403) + mem://{tenant_id}/L1..L5 namespace isolation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Physical per-project Agent Engine Registry &amp; CMEK-encrypted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Rate limits &amp; reasoning quotas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Regional Vertex AI RPM/TPM shared first-come, first-served (noisy-neighbor outages)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Memorystore for Valkey RPM buckets (120/600 RPM, HTTP 429) + 4k/8k thinking clamps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quota &amp; dedicated Provisioned Throughput / GKE GPUs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Prompt caching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34k prompt billed in full every turn ($0.0425/turn) or unsafe cross-tenant cache bleed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32k immutable prefix in Gemini 2.5 Pro ContextCacheConfig (90% discount -&gt; 84.7% savings)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Per-silo prefix cache or dedicated air-gapped GKE Gemma 3 (27B)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Relational data &amp; PII guardrails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Application-layer WHERE tenant_id = ? query (vulnerable to SQLi &amp; prompt injection)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AlloyDB FORCE ROW LEVEL SECURITY (SET LOCAL) + Model Armor (400/422) &amp; Cloud DLP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 AlloyDB instance + &lt;60s HTTP 423 Locked customer key kill-switch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Unit economics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High breach risk • Fails enterprise CISO security &amp; compliance review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663440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Why Naive Shared SaaS Fails Audits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Ambient IAM service accounts, client-trusted X-Tenant-Id headers, and unpartitioned vector/SQL stores fail every red-team isolation test.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663440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Why Pattern A Wins on Unit Economics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a $42/mo baseline per tenant and 90% shared 32k prefix cache savings (84.7% turn COGS reduction) inside one GCP project.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663440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Cryptographic Equivalence in a Pool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+ DPoP (Hop 1), Catalog PDP (Hop 2), Valkey bulkheads (Hop 3), Model Armor + SDP (Hop 4), and AlloyDB FORCE RLS (Hop 5).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663440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Clear Graduation Trigger to Pattern B / C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Promote a tenant out of the shared pool only when contracts mandate a dedicated GCP project, VPC-SC perimeter, or air-gapped Gemma 3 GPUs.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Side-by-Side Architectural Options, Selection Rules &amp; Google Cloud Stack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High-Density Pooled Runtime &amp; AlloyDB RLS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SAAS TENANT CALLERS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(Co-Hosted Commercial &amp; Enterprise)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(600 RPM / 8k Think)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(120 RPM / 4k Think)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RedTeam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Probe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(Spoofed Headers)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OIDC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Bearer Token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Header Strip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RUN v2 POOL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(cymbal-pooled-prod)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Vertex AI Agent Engine Pool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32k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Hit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Token-Bucket Bulkhead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+ NLC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SDP PII Redaction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app.current_tenant_id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2LO/3LO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MCP Dispatch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MULTI-TENANT DATA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(Cryptographic Logical Isolation)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AlloyDB Cluster (FORCE ROW LEVEL SECURITY)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• M2M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• OAuth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Tenant-Scoped Memory Bank (/tenants/{id}/*) &amp; MCP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KMS CMEK &amp; BigQuery OTel Cost Attribution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Pooled  •  100+ Co-Hosted Tenants at $42/mo with 10/10 Red-Team Attacks Blocked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cymbal-build-sandbox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728570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746858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cymbal-skills-fv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84348" y="5468112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802636" y="5477256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093208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11496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cymbal-skills-rs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87391" y="5468112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205679" y="5477256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39235" y="3368650"/>
            <a:ext cx="67208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57523" y="3377794"/>
            <a:ext cx="6355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3001061" y="3368650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19349" y="3377794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5-Actor UML Sequence: Pattern A Breach Defense &amp; 3LO Tool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User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&amp;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&amp; Valkey Quota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 Gemini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&amp; AlloyDB RLS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query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spoofed header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X-Tenant-Id: finvault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Spoofed Header Probe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&amp; checks Valkey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quota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retailstream OBO → Valkey Token-Bucket (120 RPM OK)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blocks cross-tenant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agent lookup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(HTTP 403 Forbidden)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ACL • ARD Gate (retailstream only)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blocks NLC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violations (422) &amp; masks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IBAN/PAN via Cloud SDP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Redact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+ 4k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Zero Raw PII in Context Window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OAuth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3LO token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sets AlloyDB RLS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current_tenant_id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SQL + 3LO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retailstream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only (10/10 attacks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blocked) + OTel log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Verify 0 FinVault Rows (FORCE RLS)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Log 84.7% Cache Hit (BigQuery FinOps)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PASS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Sequence  •  10/10 Red-Team Attacks Blocked While Valid Tenant Queries Succeed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III: VALKEY TOKEN-BUCKET &amp; 90% PREFIX CACHE FINOPS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High-Density Noisy-Neighbor Throttling (120/600 RPM) &amp; Shared Prefix Cache Flow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Prefix Cache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Sends burst traffic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(Standard vs. Enterprise)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Enforces 120/600 RPM;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returns HTTP 429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Retry-After on burst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Matches immutable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32k system prefix hash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 90% token discount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Caps thinking budget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(4k vs. 8k tokens)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RLS query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Emits real-time token utilization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cache-hit telemetry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rate-limiter &amp; FinOps ledger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Pipeline  •  Valkey 120/600 RPM Bulkheads + 90% Shared Prefix Cache + 4k/8k Thinking Caps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Edge &amp; Catalog Defense (Tests 1–2)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spoofed X-Tenant-Id headers (HTTP 401) while Hop 2 ARD blocks cross-tenant private Agent Alpha discovery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Memory &amp; Prompt Guardrails (Tests 3–5, 8)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/tenants/{id}/* Memory Bank namespaces, blocks prompt injection (400) &amp; NLC breaches (422), and masks IBAN/PAN via Cloud SDP.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Fair-Share Rate &amp; Budget Caps (Tests 6–7)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throttles 500-RPM floods at 120 RPM (HTTP 429) while clamping Standard thinking budgets to 4,000 tokens.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Data RLS &amp; 3LO Step-Up (Tests 9–10)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FORCE RLS returns 0 cross-tenant rows and 3LO Broker enforces -32042 OAuth step-up consent before invoking ServiceNow/Workspace.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A ROW ACCESS POLICY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/ AlloyDB ROW ACCESS POLICY tenant_pooled_rls_policy blocking cross-tenant reads (0 rows leaked)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screenshots/cloud-console/gcp_console_03_bigquery_studio_pattern_a_rls.png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ADK 2.0 POOLED GATEWAY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source editor showing RFC 8693 OBO + DPoP &amp; Hop 2 ARD filter enforcement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screenshots/cloud-console/gcp_console_01_cloud_run_source_editor.png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10/10 RED-TEAM BREACH SUITE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Cross-Tenant Data or Memory Leakage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run_breach_simulations.py verifies 10/10 adversarial attacks blocked across FinVault and RetailStream.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ALLOYDB &amp; BIGQUERY RLS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FORCE ROW LEVEL SECURITY Session Binding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app.current_tenant_id restricts every SQL and vector query to the authenticated tenant (0 foreign rows).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90% SHARED PREFIX CACHE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Token Savings ($42/mo per Tenant)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Shares 32,000-token immutable system prefix across 100+ pooled tenants while isolating dynamic suffixes.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VALKEY QUOTA BULKHEADS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vs. 600 RPM &amp; 4k vs. 8k Thinking Caps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Throttles noisy-neighbor bursts with HTTP 429 Retry-After while preserving &lt;220ms p99 for peer tenants.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III: 3-STAGE PATTERN A POOLED EXECUTION &amp; PREFIX-CACHE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3-Stage Pattern A FinOps &amp; Bulkhead Pipeline: Prefix Cache → Valkey → AlloyDB RLS</a:t>
            </a:r>
            <a:endParaRPr lang="en-US" sz="202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1: Prefix Warmup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Immutable System Cache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(Terraform 2.6 + ADK 2.0)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7665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ContextCacheConfig • 90% Discount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Pins 32,000-Token Platform Runbook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Once Across All Pooled Tenants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2: Quota Bulkhead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Atomic Valkey Token-Bucket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Thinking Budget Clamp</a:t>
            </a:r>
            <a:endParaRPr lang="en-US" sz="1850" dirty="0"/>
          </a:p>
        </p:txBody>
      </p:sp>
      <p:sp>
        <p:nvSpPr>
          <p:cNvPr id="31" name="Text 29"/>
          <p:cNvSpPr/>
          <p:nvPr/>
        </p:nvSpPr>
        <p:spPr>
          <a:xfrm>
            <a:off x="451713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120 vs. 600 RPM • 4k vs. 8k Tokens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Throttles Noisy-Neighbor Bursts (HTTP 429)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Without Starving Peer SaaS Callers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3: RLS &amp; Chargeback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Transactional AlloyDB RLS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Zero-PII OTel FinOps</a:t>
            </a:r>
            <a:endParaRPr lang="en-US" sz="1850" dirty="0"/>
          </a:p>
        </p:txBody>
      </p:sp>
      <p:sp>
        <p:nvSpPr>
          <p:cNvPr id="39" name="Text 37"/>
          <p:cNvSpPr/>
          <p:nvPr/>
        </p:nvSpPr>
        <p:spPr>
          <a:xfrm>
            <a:off x="835761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 • 84.7% Savings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0 Cross-Tenant SQL Rows &amp;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Per-Tenant Spans to BigQuery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Pipeline  •  Stage 1 32k Prefix Cache Warmup → Stage 2 Valkey RPM Bulkheads → Stage 3 AlloyDB RLS &amp; BigQuery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III: PATTERN A POOLED ECONOMICS &amp; QUOTA GOVERNANCE MODEL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High-Density Pooled Day-2 Operating Model &amp; SLA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High-Density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Unit Economics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100+ commercial tenants in one shared Cloud Run v2 pool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 32,000-token immutable system prefix (90% cache discount)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Achieve $42/mo per-tenant cost (84.7% net LLM token savings)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10-Point Breach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Defense-in-Depth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 cross-tenant agent enumeration (403) &amp; namespace overrides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Natural Language Constraints (HTTP 422) &amp; SDP masking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PostgreSQL RLS + 2LO/3LO MCP token audience checks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Noisy-Neighbor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Bulkheads &amp; Fair Share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token-bucket rate limits (120 vs 600 RPM)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 Gemini 2.5 Pro thinking budgets (4k Standard vs 8k Enterprise)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HTTP 429 Retry-After without starving peer tenants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Operating Model  •  $42/mo Unit Economics + 10/10 Breach Defense + Valkey Quota Bulkheads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Multi-Tenancy Without Compromising Security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Hundreds of commercial tenants can safely share one Cloud Run and AlloyDB footprint when cryptographic tenant context is verified across all 5 hops.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Single Shared GCP Project • 5-Hop Cryptographic Pipeline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with 100% Logical Isolation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High-Density Zero Trust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Capture 84.7% Net Inference Savings via Immutable Prefix Caching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Cache shared platform instructions once in Gemini 2.5 Pro ContextCacheConfig (90% discount) while isolating tenant memory in L1–L5 namespaces.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(32,000 Shared Platform Tokens)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Reduces Billable Input Tokens from 34,000 to 5,200 per Agent Turn (84.7% Savings)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Prefix Cache FinOps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Eliminate Noisy Neighbors with Dual Quota Bulkheads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 Memorystore for Valkey token-bucket rate limiters (120 vs. 600 RPM) with per-tier Gemini thinking_budget clamps (4,000 vs. 8,000 tokens).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+ Vertex AI thinking_budget (Token Clamp)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Guarantees Predictable p99 Latency Across Standard &amp; Enterprise Tenants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Quota Bulkheads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 Isolation Continuously with the 10-Point Breach Suite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run_breach_simulations.py in CI/CD to verify deterministic HTTP 400/401/403/422/429 enforcement and zero cross-tenant SQL rows.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workstream-2-pattern-a-pooled/2.5-breach-simulation-suite/run_breach_simulations.py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10/10 Red-Team Attack Vectors Blocked &amp; Logged to BigQuery OTel Audit Trail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Continuous Red-Teaming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Graduate Regulated Tenants to Pattern B/C Without Code Rewrites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commercial tenants on Pattern A for maximum gross margin and promote regulated enterprises to dedicated silos via configuration.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80% Reusable Core Engine (core-cymbal-agent/) -&gt; Pattern B &amp;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Application Refactoring Required When Upgrading Tenants to Sovereign Silos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Seamless Tier Evolution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10-point red-team breach suite (run_breach_simulations.py), apply the Pattern A Terraform starter (2.6-terraform-starter), and continue to Workstream 3 (Pattern B Sovereign Silos).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A — High-Density Pooled Multi-Tenant Architecture on Google Cloud (Workstream 2)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2026-10-19T07:29:06Z</dcterms:created>
  <dcterms:modified xsi:type="dcterms:W3CDTF">2026-10-19T07:29:06Z</dcterms:modified>
</cp:coreProperties>
</file>