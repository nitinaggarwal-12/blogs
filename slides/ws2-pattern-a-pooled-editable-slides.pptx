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POOLED 10-SAAS MCP &amp; BEFORE/AFTER REDMINE/CLICKHOUSE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Redmine ITSM v5.1 (PLOLWRMI0I P1 Queue) &amp; ClickHouse v24.8 (RLS 0 Leaked Rows) Before/After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Redmine ITSM v5.1 &amp; ClickHouse v24.8 RLS Ledger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REDMINE &amp; CLICKHOUSE 3P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3LO Mutation &amp; Warehouse RLS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Captures genuine 2880×1800 Before/After Redmine ITSM v5.1 &amp; ClickHouse v24.8 RLS UIs alongside 10/10 Pooled MCP PASS.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2026-10-30T21:12:51Z</dcterms:created>
  <dcterms:modified xsi:type="dcterms:W3CDTF">2026-10-30T21:12:51Z</dcterms:modified>
</cp:coreProperties>
</file>