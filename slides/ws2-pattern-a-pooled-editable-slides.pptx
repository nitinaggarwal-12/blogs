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Text 72"/>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75" name="Shape 73"/>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6" name="Text 74"/>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77" name="Shape 75"/>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8" name="Text 76"/>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79" name="Shape 77"/>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0" name="Text 78"/>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81" name="Shape 79"/>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82"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83" name="Text 80"/>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4" name="Shape 81"/>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5"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6" name="Text 82"/>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7"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8" name="Shape 83"/>
          <p:cNvSpPr/>
          <p:nvPr/>
        </p:nvSpPr>
        <p:spPr>
          <a:xfrm>
            <a:off x="3591763" y="1032358"/>
            <a:ext cx="0" cy="1269187"/>
          </a:xfrm>
          <a:prstGeom prst="line">
            <a:avLst/>
          </a:prstGeom>
          <a:noFill/>
          <a:ln w="12700">
            <a:solidFill>
              <a:srgbClr val="5F6368"/>
            </a:solidFill>
            <a:prstDash val="solid"/>
            <a:tailEnd type="triangle" w="sm" len="sm"/>
          </a:ln>
        </p:spPr>
      </p:sp>
      <p:sp>
        <p:nvSpPr>
          <p:cNvPr id="89" name="Shape 84"/>
          <p:cNvSpPr/>
          <p:nvPr/>
        </p:nvSpPr>
        <p:spPr>
          <a:xfrm flipV="1">
            <a:off x="3792017" y="1040587"/>
            <a:ext cx="0" cy="1269187"/>
          </a:xfrm>
          <a:prstGeom prst="line">
            <a:avLst/>
          </a:prstGeom>
          <a:noFill/>
          <a:ln w="12700">
            <a:solidFill>
              <a:srgbClr val="5F6368"/>
            </a:solidFill>
            <a:prstDash val="solid"/>
            <a:tailEnd type="triangle" w="sm" len="sm"/>
          </a:ln>
        </p:spPr>
      </p:sp>
      <p:sp>
        <p:nvSpPr>
          <p:cNvPr id="90" name="Shape 85"/>
          <p:cNvSpPr/>
          <p:nvPr/>
        </p:nvSpPr>
        <p:spPr>
          <a:xfrm flipH="1">
            <a:off x="2948940" y="2414016"/>
            <a:ext cx="148133" cy="0"/>
          </a:xfrm>
          <a:prstGeom prst="line">
            <a:avLst/>
          </a:prstGeom>
          <a:noFill/>
          <a:ln w="12700">
            <a:solidFill>
              <a:srgbClr val="5F6368"/>
            </a:solidFill>
            <a:prstDash val="solid"/>
            <a:headEnd type="triangle" w="sm" len="sm"/>
          </a:ln>
        </p:spPr>
      </p:sp>
      <p:sp>
        <p:nvSpPr>
          <p:cNvPr id="91" name="Shape 86"/>
          <p:cNvSpPr/>
          <p:nvPr/>
        </p:nvSpPr>
        <p:spPr>
          <a:xfrm flipV="1">
            <a:off x="2948940" y="2306117"/>
            <a:ext cx="0" cy="107899"/>
          </a:xfrm>
          <a:prstGeom prst="line">
            <a:avLst/>
          </a:prstGeom>
          <a:noFill/>
          <a:ln w="12700">
            <a:solidFill>
              <a:srgbClr val="5F6368"/>
            </a:solidFill>
            <a:prstDash val="solid"/>
          </a:ln>
        </p:spPr>
      </p:sp>
      <p:sp>
        <p:nvSpPr>
          <p:cNvPr id="92" name="Shape 87"/>
          <p:cNvSpPr/>
          <p:nvPr/>
        </p:nvSpPr>
        <p:spPr>
          <a:xfrm flipH="1">
            <a:off x="2401214" y="2306117"/>
            <a:ext cx="547726" cy="0"/>
          </a:xfrm>
          <a:prstGeom prst="line">
            <a:avLst/>
          </a:prstGeom>
          <a:noFill/>
          <a:ln w="12700">
            <a:solidFill>
              <a:srgbClr val="5F6368"/>
            </a:solidFill>
            <a:prstDash val="solid"/>
            <a:tailEnd type="triangle" w="sm" len="sm"/>
          </a:ln>
        </p:spPr>
      </p:sp>
      <p:sp>
        <p:nvSpPr>
          <p:cNvPr id="93" name="Shape 88"/>
          <p:cNvSpPr/>
          <p:nvPr/>
        </p:nvSpPr>
        <p:spPr>
          <a:xfrm flipH="1">
            <a:off x="2948940" y="2535631"/>
            <a:ext cx="148133" cy="0"/>
          </a:xfrm>
          <a:prstGeom prst="line">
            <a:avLst/>
          </a:prstGeom>
          <a:noFill/>
          <a:ln w="12700">
            <a:solidFill>
              <a:srgbClr val="5F6368"/>
            </a:solidFill>
            <a:prstDash val="solid"/>
            <a:headEnd type="triangle" w="sm" len="sm"/>
          </a:ln>
        </p:spPr>
      </p:sp>
      <p:sp>
        <p:nvSpPr>
          <p:cNvPr id="94" name="Shape 89"/>
          <p:cNvSpPr/>
          <p:nvPr/>
        </p:nvSpPr>
        <p:spPr>
          <a:xfrm>
            <a:off x="2948940" y="2535631"/>
            <a:ext cx="0" cy="135331"/>
          </a:xfrm>
          <a:prstGeom prst="line">
            <a:avLst/>
          </a:prstGeom>
          <a:noFill/>
          <a:ln w="12700">
            <a:solidFill>
              <a:srgbClr val="5F6368"/>
            </a:solidFill>
            <a:prstDash val="solid"/>
          </a:ln>
        </p:spPr>
      </p:sp>
      <p:sp>
        <p:nvSpPr>
          <p:cNvPr id="95" name="Shape 90"/>
          <p:cNvSpPr/>
          <p:nvPr/>
        </p:nvSpPr>
        <p:spPr>
          <a:xfrm flipH="1">
            <a:off x="2401214" y="2670962"/>
            <a:ext cx="547726" cy="0"/>
          </a:xfrm>
          <a:prstGeom prst="line">
            <a:avLst/>
          </a:prstGeom>
          <a:noFill/>
          <a:ln w="12700">
            <a:solidFill>
              <a:srgbClr val="5F6368"/>
            </a:solidFill>
            <a:prstDash val="solid"/>
            <a:tailEnd type="triangle" w="sm" len="sm"/>
          </a:ln>
        </p:spPr>
      </p:sp>
      <p:sp>
        <p:nvSpPr>
          <p:cNvPr id="96" name="Shape 91"/>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7" name="Shape 92"/>
          <p:cNvSpPr/>
          <p:nvPr/>
        </p:nvSpPr>
        <p:spPr>
          <a:xfrm>
            <a:off x="3591763" y="2640787"/>
            <a:ext cx="0" cy="312725"/>
          </a:xfrm>
          <a:prstGeom prst="line">
            <a:avLst/>
          </a:prstGeom>
          <a:noFill/>
          <a:ln w="12700">
            <a:solidFill>
              <a:srgbClr val="5F6368"/>
            </a:solidFill>
            <a:prstDash val="solid"/>
            <a:tailEnd type="triangle" w="sm" len="sm"/>
          </a:ln>
        </p:spPr>
      </p:sp>
      <p:sp>
        <p:nvSpPr>
          <p:cNvPr id="98" name="Shape 93"/>
          <p:cNvSpPr/>
          <p:nvPr/>
        </p:nvSpPr>
        <p:spPr>
          <a:xfrm flipV="1">
            <a:off x="3792017" y="2640787"/>
            <a:ext cx="0" cy="312725"/>
          </a:xfrm>
          <a:prstGeom prst="line">
            <a:avLst/>
          </a:prstGeom>
          <a:noFill/>
          <a:ln w="12700">
            <a:solidFill>
              <a:srgbClr val="5F6368"/>
            </a:solidFill>
            <a:prstDash val="solid"/>
            <a:tailEnd type="triangle" w="sm" len="sm"/>
          </a:ln>
        </p:spPr>
      </p:sp>
      <p:sp>
        <p:nvSpPr>
          <p:cNvPr id="99" name="Shape 94"/>
          <p:cNvSpPr/>
          <p:nvPr/>
        </p:nvSpPr>
        <p:spPr>
          <a:xfrm>
            <a:off x="3678631" y="3239719"/>
            <a:ext cx="0" cy="408737"/>
          </a:xfrm>
          <a:prstGeom prst="line">
            <a:avLst/>
          </a:prstGeom>
          <a:noFill/>
          <a:ln w="12700">
            <a:solidFill>
              <a:srgbClr val="5F6368"/>
            </a:solidFill>
            <a:prstDash val="solid"/>
          </a:ln>
        </p:spPr>
      </p:sp>
      <p:sp>
        <p:nvSpPr>
          <p:cNvPr id="100" name="Shape 95"/>
          <p:cNvSpPr/>
          <p:nvPr/>
        </p:nvSpPr>
        <p:spPr>
          <a:xfrm flipH="1">
            <a:off x="3196742" y="3648456"/>
            <a:ext cx="481889" cy="0"/>
          </a:xfrm>
          <a:prstGeom prst="line">
            <a:avLst/>
          </a:prstGeom>
          <a:noFill/>
          <a:ln w="12700">
            <a:solidFill>
              <a:srgbClr val="5F6368"/>
            </a:solidFill>
            <a:prstDash val="solid"/>
          </a:ln>
        </p:spPr>
      </p:sp>
      <p:sp>
        <p:nvSpPr>
          <p:cNvPr id="101" name="Shape 96"/>
          <p:cNvSpPr/>
          <p:nvPr/>
        </p:nvSpPr>
        <p:spPr>
          <a:xfrm>
            <a:off x="3196742" y="3648456"/>
            <a:ext cx="0" cy="547726"/>
          </a:xfrm>
          <a:prstGeom prst="line">
            <a:avLst/>
          </a:prstGeom>
          <a:noFill/>
          <a:ln w="12700">
            <a:solidFill>
              <a:srgbClr val="5F6368"/>
            </a:solidFill>
            <a:prstDash val="solid"/>
            <a:tailEnd type="triangle" w="sm" len="sm"/>
          </a:ln>
        </p:spPr>
      </p:sp>
      <p:sp>
        <p:nvSpPr>
          <p:cNvPr id="102" name="Shape 97"/>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103" name="Shape 98"/>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3196742" y="4526280"/>
            <a:ext cx="0" cy="157277"/>
          </a:xfrm>
          <a:prstGeom prst="line">
            <a:avLst/>
          </a:prstGeom>
          <a:noFill/>
          <a:ln w="12700">
            <a:solidFill>
              <a:srgbClr val="5F6368"/>
            </a:solidFill>
            <a:prstDash val="solid"/>
            <a:tailEnd type="triangle" w="sm" len="sm"/>
          </a:ln>
        </p:spPr>
      </p:sp>
      <p:sp>
        <p:nvSpPr>
          <p:cNvPr id="105" name="Shape 100"/>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6" name="Shape 101"/>
          <p:cNvSpPr/>
          <p:nvPr/>
        </p:nvSpPr>
        <p:spPr>
          <a:xfrm>
            <a:off x="3670402" y="4326941"/>
            <a:ext cx="191110" cy="0"/>
          </a:xfrm>
          <a:prstGeom prst="line">
            <a:avLst/>
          </a:prstGeom>
          <a:noFill/>
          <a:ln w="12700">
            <a:solidFill>
              <a:srgbClr val="5F6368"/>
            </a:solidFill>
            <a:prstDash val="solid"/>
            <a:tailEnd type="triangle" w="sm" len="sm"/>
          </a:ln>
        </p:spPr>
      </p:sp>
      <p:sp>
        <p:nvSpPr>
          <p:cNvPr id="107" name="Shape 102"/>
          <p:cNvSpPr/>
          <p:nvPr/>
        </p:nvSpPr>
        <p:spPr>
          <a:xfrm>
            <a:off x="4347972" y="5056632"/>
            <a:ext cx="0" cy="139903"/>
          </a:xfrm>
          <a:prstGeom prst="line">
            <a:avLst/>
          </a:prstGeom>
          <a:noFill/>
          <a:ln w="12700">
            <a:solidFill>
              <a:srgbClr val="5F6368"/>
            </a:solidFill>
            <a:prstDash val="solid"/>
            <a:tailEnd type="triangle" w="sm" len="sm"/>
          </a:ln>
        </p:spPr>
      </p:sp>
      <p:sp>
        <p:nvSpPr>
          <p:cNvPr id="108" name="Shape 103"/>
          <p:cNvSpPr/>
          <p:nvPr/>
        </p:nvSpPr>
        <p:spPr>
          <a:xfrm flipV="1">
            <a:off x="5426050" y="5056632"/>
            <a:ext cx="0" cy="139903"/>
          </a:xfrm>
          <a:prstGeom prst="line">
            <a:avLst/>
          </a:prstGeom>
          <a:noFill/>
          <a:ln w="12700">
            <a:solidFill>
              <a:srgbClr val="5F6368"/>
            </a:solidFill>
            <a:prstDash val="solid"/>
            <a:headEnd type="triangle" w="sm" len="sm"/>
          </a:ln>
        </p:spPr>
      </p:sp>
      <p:sp>
        <p:nvSpPr>
          <p:cNvPr id="109" name="Shape 104"/>
          <p:cNvSpPr/>
          <p:nvPr/>
        </p:nvSpPr>
        <p:spPr>
          <a:xfrm>
            <a:off x="4347972" y="5517490"/>
            <a:ext cx="0" cy="130759"/>
          </a:xfrm>
          <a:prstGeom prst="line">
            <a:avLst/>
          </a:prstGeom>
          <a:noFill/>
          <a:ln w="12700">
            <a:solidFill>
              <a:srgbClr val="5F6368"/>
            </a:solidFill>
            <a:prstDash val="solid"/>
            <a:tailEnd type="triangle" w="sm" len="sm"/>
          </a:ln>
        </p:spPr>
      </p:sp>
      <p:sp>
        <p:nvSpPr>
          <p:cNvPr id="110" name="Shape 105"/>
          <p:cNvSpPr/>
          <p:nvPr/>
        </p:nvSpPr>
        <p:spPr>
          <a:xfrm>
            <a:off x="5426050" y="5517490"/>
            <a:ext cx="0" cy="130759"/>
          </a:xfrm>
          <a:prstGeom prst="line">
            <a:avLst/>
          </a:prstGeom>
          <a:noFill/>
          <a:ln w="12700">
            <a:solidFill>
              <a:srgbClr val="5F6368"/>
            </a:solidFill>
            <a:prstDash val="solid"/>
            <a:tailEnd type="triangle" w="sm" len="sm"/>
          </a:ln>
        </p:spPr>
      </p:sp>
      <p:sp>
        <p:nvSpPr>
          <p:cNvPr id="111" name="Shape 106"/>
          <p:cNvSpPr/>
          <p:nvPr/>
        </p:nvSpPr>
        <p:spPr>
          <a:xfrm>
            <a:off x="4347972" y="5970118"/>
            <a:ext cx="0" cy="95098"/>
          </a:xfrm>
          <a:prstGeom prst="line">
            <a:avLst/>
          </a:prstGeom>
          <a:noFill/>
          <a:ln w="12700">
            <a:solidFill>
              <a:srgbClr val="5F6368"/>
            </a:solidFill>
            <a:prstDash val="solid"/>
          </a:ln>
        </p:spPr>
      </p:sp>
      <p:sp>
        <p:nvSpPr>
          <p:cNvPr id="112" name="Shape 107"/>
          <p:cNvSpPr/>
          <p:nvPr/>
        </p:nvSpPr>
        <p:spPr>
          <a:xfrm>
            <a:off x="4347972" y="6065215"/>
            <a:ext cx="1660550" cy="0"/>
          </a:xfrm>
          <a:prstGeom prst="line">
            <a:avLst/>
          </a:prstGeom>
          <a:noFill/>
          <a:ln w="12700">
            <a:solidFill>
              <a:srgbClr val="5F6368"/>
            </a:solidFill>
            <a:prstDash val="solid"/>
          </a:ln>
        </p:spPr>
      </p:sp>
      <p:sp>
        <p:nvSpPr>
          <p:cNvPr id="113" name="Shape 108"/>
          <p:cNvSpPr/>
          <p:nvPr/>
        </p:nvSpPr>
        <p:spPr>
          <a:xfrm flipV="1">
            <a:off x="6008522" y="3509467"/>
            <a:ext cx="0" cy="2555748"/>
          </a:xfrm>
          <a:prstGeom prst="line">
            <a:avLst/>
          </a:prstGeom>
          <a:noFill/>
          <a:ln w="12700">
            <a:solidFill>
              <a:srgbClr val="5F6368"/>
            </a:solidFill>
            <a:prstDash val="solid"/>
          </a:ln>
        </p:spPr>
      </p:sp>
      <p:sp>
        <p:nvSpPr>
          <p:cNvPr id="114" name="Shape 109"/>
          <p:cNvSpPr/>
          <p:nvPr/>
        </p:nvSpPr>
        <p:spPr>
          <a:xfrm flipH="1">
            <a:off x="4069994" y="3509467"/>
            <a:ext cx="1938528" cy="0"/>
          </a:xfrm>
          <a:prstGeom prst="line">
            <a:avLst/>
          </a:prstGeom>
          <a:noFill/>
          <a:ln w="12700">
            <a:solidFill>
              <a:srgbClr val="5F6368"/>
            </a:solidFill>
            <a:prstDash val="solid"/>
          </a:ln>
        </p:spPr>
      </p:sp>
      <p:sp>
        <p:nvSpPr>
          <p:cNvPr id="115" name="Shape 110"/>
          <p:cNvSpPr/>
          <p:nvPr/>
        </p:nvSpPr>
        <p:spPr>
          <a:xfrm flipV="1">
            <a:off x="4069994" y="3239719"/>
            <a:ext cx="0" cy="269748"/>
          </a:xfrm>
          <a:prstGeom prst="line">
            <a:avLst/>
          </a:prstGeom>
          <a:noFill/>
          <a:ln w="12700">
            <a:solidFill>
              <a:srgbClr val="5F6368"/>
            </a:solidFill>
            <a:prstDash val="solid"/>
            <a:tailEnd type="triangle" w="sm" len="sm"/>
          </a:ln>
        </p:spPr>
      </p:sp>
      <p:sp>
        <p:nvSpPr>
          <p:cNvPr id="116" name="Shape 111"/>
          <p:cNvSpPr/>
          <p:nvPr/>
        </p:nvSpPr>
        <p:spPr>
          <a:xfrm>
            <a:off x="5182819" y="3335731"/>
            <a:ext cx="0" cy="364846"/>
          </a:xfrm>
          <a:prstGeom prst="line">
            <a:avLst/>
          </a:prstGeom>
          <a:noFill/>
          <a:ln w="12700">
            <a:solidFill>
              <a:srgbClr val="5F6368"/>
            </a:solidFill>
            <a:prstDash val="dash"/>
          </a:ln>
        </p:spPr>
      </p:sp>
      <p:sp>
        <p:nvSpPr>
          <p:cNvPr id="117" name="Shape 112"/>
          <p:cNvSpPr/>
          <p:nvPr/>
        </p:nvSpPr>
        <p:spPr>
          <a:xfrm flipH="1">
            <a:off x="2609698" y="3700577"/>
            <a:ext cx="2573122" cy="0"/>
          </a:xfrm>
          <a:prstGeom prst="line">
            <a:avLst/>
          </a:prstGeom>
          <a:noFill/>
          <a:ln w="12700">
            <a:solidFill>
              <a:srgbClr val="5F6368"/>
            </a:solidFill>
            <a:prstDash val="dash"/>
          </a:ln>
        </p:spPr>
      </p:sp>
      <p:sp>
        <p:nvSpPr>
          <p:cNvPr id="118" name="Shape 113"/>
          <p:cNvSpPr/>
          <p:nvPr/>
        </p:nvSpPr>
        <p:spPr>
          <a:xfrm>
            <a:off x="2609698" y="3700577"/>
            <a:ext cx="0" cy="235001"/>
          </a:xfrm>
          <a:prstGeom prst="line">
            <a:avLst/>
          </a:prstGeom>
          <a:noFill/>
          <a:ln w="12700">
            <a:solidFill>
              <a:srgbClr val="5F6368"/>
            </a:solidFill>
            <a:prstDash val="dash"/>
            <a:tailEnd type="triangle" w="sm" len="sm"/>
          </a:ln>
        </p:spPr>
      </p:sp>
      <p:sp>
        <p:nvSpPr>
          <p:cNvPr id="119" name="Shape 114"/>
          <p:cNvSpPr/>
          <p:nvPr/>
        </p:nvSpPr>
        <p:spPr>
          <a:xfrm>
            <a:off x="5182819" y="3700577"/>
            <a:ext cx="0" cy="235001"/>
          </a:xfrm>
          <a:prstGeom prst="line">
            <a:avLst/>
          </a:prstGeom>
          <a:noFill/>
          <a:ln w="12700">
            <a:solidFill>
              <a:srgbClr val="5F6368"/>
            </a:solidFill>
            <a:prstDash val="dash"/>
            <a:tailEnd type="triangle" w="sm" len="sm"/>
          </a:ln>
        </p:spPr>
      </p:sp>
      <p:sp>
        <p:nvSpPr>
          <p:cNvPr id="120" name="Shape 115"/>
          <p:cNvSpPr/>
          <p:nvPr/>
        </p:nvSpPr>
        <p:spPr>
          <a:xfrm>
            <a:off x="1473098" y="3802075"/>
            <a:ext cx="4242816" cy="113386"/>
          </a:xfrm>
          <a:prstGeom prst="rect">
            <a:avLst/>
          </a:prstGeom>
          <a:solidFill>
            <a:srgbClr val="FFFFFF"/>
          </a:solidFill>
          <a:ln/>
        </p:spPr>
      </p:sp>
      <p:sp>
        <p:nvSpPr>
          <p:cNvPr id="121" name="Text 116"/>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22" name="Shape 11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3"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4" name="Text 11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5" name="Shape 11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6"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7" name="Text 12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28" name="Shape 12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9"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0" name="Text 12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1" name="Shape 12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2"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3" name="Text 12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4" name="Shape 12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5"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6" name="Text 12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37" name="Shape 127"/>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8"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9" name="Text 128"/>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0" name="Shape 129"/>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1"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2" name="Text 130"/>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3" name="Shape 131"/>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4"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5" name="Text 132"/>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46" name="Shape 133"/>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7"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8" name="Text 134"/>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49" name="Shape 135"/>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0"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1" name="Text 136"/>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2" name="Shape 137"/>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3"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4" name="Text 138"/>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5" name="Shape 139"/>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56"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57" name="Text 140"/>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58" name="Shape 141"/>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59"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0" name="Text 142"/>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1" name="Shape 14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3" name="Text 14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4" name="Shape 145"/>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5"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6" name="Text 146"/>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67" name="Shape 147"/>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8"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9" name="Text 148"/>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0" name="Shape 149"/>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1"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2" name="Text 150"/>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3" name="Shape 151"/>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4" name="Text 152"/>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5" name="Shape 153"/>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6" name="Text 154"/>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77" name="Shape 155"/>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8" name="Text 156"/>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79" name="Shape 157"/>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0" name="Text 158"/>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1" name="Shape 159"/>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2" name="Text 160"/>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3" name="Shape 161"/>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4" name="Text 162"/>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674620" y="3400654"/>
            <a:ext cx="148133" cy="148133"/>
          </a:xfrm>
          <a:prstGeom prst="ellipse">
            <a:avLst/>
          </a:prstGeom>
          <a:solidFill>
            <a:srgbClr val="174EA6"/>
          </a:solidFill>
          <a:ln w="10795">
            <a:solidFill>
              <a:srgbClr val="174EA6"/>
            </a:solidFill>
            <a:prstDash val="solid"/>
          </a:ln>
        </p:spPr>
      </p:sp>
      <p:sp>
        <p:nvSpPr>
          <p:cNvPr id="194" name="Text 172"/>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1579169" y="4530852"/>
            <a:ext cx="148133" cy="148133"/>
          </a:xfrm>
          <a:prstGeom prst="ellipse">
            <a:avLst/>
          </a:prstGeom>
          <a:solidFill>
            <a:srgbClr val="174EA6"/>
          </a:solidFill>
          <a:ln w="10795">
            <a:solidFill>
              <a:srgbClr val="174EA6"/>
            </a:solidFill>
            <a:prstDash val="solid"/>
          </a:ln>
        </p:spPr>
      </p:sp>
      <p:sp>
        <p:nvSpPr>
          <p:cNvPr id="196" name="Text 174"/>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7" name="Shape 175"/>
          <p:cNvSpPr/>
          <p:nvPr/>
        </p:nvSpPr>
        <p:spPr>
          <a:xfrm>
            <a:off x="1579169" y="503468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9" name="Shape 177"/>
          <p:cNvSpPr/>
          <p:nvPr/>
        </p:nvSpPr>
        <p:spPr>
          <a:xfrm>
            <a:off x="3692347" y="4252874"/>
            <a:ext cx="148133" cy="148133"/>
          </a:xfrm>
          <a:prstGeom prst="ellipse">
            <a:avLst/>
          </a:prstGeom>
          <a:solidFill>
            <a:srgbClr val="174EA6"/>
          </a:solidFill>
          <a:ln w="10795">
            <a:solidFill>
              <a:srgbClr val="174EA6"/>
            </a:solidFill>
            <a:prstDash val="solid"/>
          </a:ln>
        </p:spPr>
      </p:sp>
      <p:sp>
        <p:nvSpPr>
          <p:cNvPr id="200" name="Text 178"/>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5212994" y="3566160"/>
            <a:ext cx="148133" cy="148133"/>
          </a:xfrm>
          <a:prstGeom prst="ellipse">
            <a:avLst/>
          </a:prstGeom>
          <a:solidFill>
            <a:srgbClr val="174EA6"/>
          </a:solidFill>
          <a:ln w="10795">
            <a:solidFill>
              <a:srgbClr val="174EA6"/>
            </a:solidFill>
            <a:prstDash val="solid"/>
          </a:ln>
        </p:spPr>
      </p:sp>
      <p:sp>
        <p:nvSpPr>
          <p:cNvPr id="202" name="Text 180"/>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Text 181"/>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4" name="Text 182"/>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5" name="Shape 183"/>
          <p:cNvSpPr/>
          <p:nvPr/>
        </p:nvSpPr>
        <p:spPr>
          <a:xfrm>
            <a:off x="3770071" y="3561588"/>
            <a:ext cx="1243584" cy="138989"/>
          </a:xfrm>
          <a:prstGeom prst="roundRect">
            <a:avLst>
              <a:gd name="adj" fmla="val 32895"/>
            </a:avLst>
          </a:prstGeom>
          <a:solidFill>
            <a:srgbClr val="FFFFFF"/>
          </a:solidFill>
          <a:ln w="5715">
            <a:solidFill>
              <a:srgbClr val="DADCE0"/>
            </a:solidFill>
            <a:prstDash val="solid"/>
          </a:ln>
        </p:spPr>
      </p:sp>
      <p:sp>
        <p:nvSpPr>
          <p:cNvPr id="206" name="Text 184"/>
          <p:cNvSpPr/>
          <p:nvPr/>
        </p:nvSpPr>
        <p:spPr>
          <a:xfrm>
            <a:off x="3790188" y="3570732"/>
            <a:ext cx="120335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Cache hits • RPM • per-tenant span cost → BigQuery</a:t>
            </a:r>
            <a:endParaRPr lang="en-US" sz="410" dirty="0"/>
          </a:p>
        </p:txBody>
      </p:sp>
      <p:sp>
        <p:nvSpPr>
          <p:cNvPr id="207" name="Shape 185"/>
          <p:cNvSpPr/>
          <p:nvPr/>
        </p:nvSpPr>
        <p:spPr>
          <a:xfrm>
            <a:off x="2844698" y="3362249"/>
            <a:ext cx="738835"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64815" y="3371393"/>
            <a:ext cx="69860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Allocate gVisor sandbox</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Valkey quota check</a:t>
            </a:r>
            <a:endParaRPr lang="en-US" sz="410" dirty="0"/>
          </a:p>
        </p:txBody>
      </p:sp>
      <p:sp>
        <p:nvSpPr>
          <p:cNvPr id="209" name="Shape 187"/>
          <p:cNvSpPr/>
          <p:nvPr/>
        </p:nvSpPr>
        <p:spPr>
          <a:xfrm>
            <a:off x="1757477" y="4459529"/>
            <a:ext cx="708660"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1777594" y="4468673"/>
            <a:ext cx="6684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Screen prompt with</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tenant's Armor template</a:t>
            </a:r>
            <a:endParaRPr lang="en-US" sz="410" dirty="0"/>
          </a:p>
        </p:txBody>
      </p:sp>
      <p:sp>
        <p:nvSpPr>
          <p:cNvPr id="211" name="Shape 189"/>
          <p:cNvSpPr/>
          <p:nvPr/>
        </p:nvSpPr>
        <p:spPr>
          <a:xfrm>
            <a:off x="1757477" y="5018227"/>
            <a:ext cx="672084"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1777594" y="5027371"/>
            <a:ext cx="63185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90% cached prefix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namespaced memory</a:t>
            </a:r>
            <a:endParaRPr lang="en-US" sz="410" dirty="0"/>
          </a:p>
        </p:txBody>
      </p:sp>
      <p:sp>
        <p:nvSpPr>
          <p:cNvPr id="213" name="Shape 191"/>
          <p:cNvSpPr/>
          <p:nvPr/>
        </p:nvSpPr>
        <p:spPr>
          <a:xfrm>
            <a:off x="2548433" y="2871216"/>
            <a:ext cx="507492"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2568550" y="2880360"/>
            <a:ext cx="46725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Mint OBO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KMS P-256 sig</a:t>
            </a:r>
            <a:endParaRPr lang="en-US" sz="410" dirty="0"/>
          </a:p>
        </p:txBody>
      </p:sp>
      <p:sp>
        <p:nvSpPr>
          <p:cNvPr id="215" name="Shape 193"/>
          <p:cNvSpPr/>
          <p:nvPr/>
        </p:nvSpPr>
        <p:spPr>
          <a:xfrm>
            <a:off x="5383073" y="3531413"/>
            <a:ext cx="653796"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5403190" y="3540557"/>
            <a:ext cx="6135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SDP-redacted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per-turn OTel span</a:t>
            </a:r>
            <a:endParaRPr lang="en-US" sz="410" dirty="0"/>
          </a:p>
        </p:txBody>
      </p:sp>
      <p:sp>
        <p:nvSpPr>
          <p:cNvPr id="217" name="Shape 195"/>
          <p:cNvSpPr/>
          <p:nvPr/>
        </p:nvSpPr>
        <p:spPr>
          <a:xfrm>
            <a:off x="2443277" y="2080260"/>
            <a:ext cx="480060"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2463394" y="2089404"/>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Strip header</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X-Tenant-ID</a:t>
            </a:r>
            <a:endParaRPr lang="en-US" sz="410" dirty="0"/>
          </a:p>
        </p:txBody>
      </p:sp>
      <p:sp>
        <p:nvSpPr>
          <p:cNvPr id="219" name="Shape 197"/>
          <p:cNvSpPr/>
          <p:nvPr/>
        </p:nvSpPr>
        <p:spPr>
          <a:xfrm>
            <a:off x="2443277" y="2625242"/>
            <a:ext cx="480060"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2463394" y="2634386"/>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Filter Agent</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Catalog</a:t>
            </a:r>
            <a:endParaRPr lang="en-US" sz="410" dirty="0"/>
          </a:p>
        </p:txBody>
      </p:sp>
      <p:sp>
        <p:nvSpPr>
          <p:cNvPr id="221" name="Shape 199"/>
          <p:cNvSpPr/>
          <p:nvPr/>
        </p:nvSpPr>
        <p:spPr>
          <a:xfrm>
            <a:off x="5443423" y="5006340"/>
            <a:ext cx="452628" cy="138989"/>
          </a:xfrm>
          <a:prstGeom prst="roundRect">
            <a:avLst>
              <a:gd name="adj" fmla="val 32895"/>
            </a:avLst>
          </a:prstGeom>
          <a:solidFill>
            <a:srgbClr val="FFFFFF"/>
          </a:solidFill>
          <a:ln w="5715">
            <a:solidFill>
              <a:srgbClr val="DADCE0"/>
            </a:solidFill>
            <a:prstDash val="solid"/>
          </a:ln>
        </p:spPr>
      </p:sp>
      <p:sp>
        <p:nvSpPr>
          <p:cNvPr id="222" name="Text 200"/>
          <p:cNvSpPr/>
          <p:nvPr/>
        </p:nvSpPr>
        <p:spPr>
          <a:xfrm>
            <a:off x="5463540" y="5015484"/>
            <a:ext cx="41239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3LO consent</a:t>
            </a:r>
            <a:endParaRPr lang="en-US" sz="410" dirty="0"/>
          </a:p>
        </p:txBody>
      </p:sp>
      <p:sp>
        <p:nvSpPr>
          <p:cNvPr id="223" name="Shape 201"/>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25" name="Shape 203"/>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27" name="Shape 205"/>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28" name="Text 206"/>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29" name="Shape 207"/>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0" name="Text 208"/>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1" name="Shape 209"/>
          <p:cNvSpPr/>
          <p:nvPr/>
        </p:nvSpPr>
        <p:spPr>
          <a:xfrm>
            <a:off x="3279038" y="5061204"/>
            <a:ext cx="397764"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299155" y="5070348"/>
            <a:ext cx="35753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namespace</a:t>
            </a:r>
            <a:endParaRPr lang="en-US" sz="410" dirty="0"/>
          </a:p>
        </p:txBody>
      </p:sp>
      <p:sp>
        <p:nvSpPr>
          <p:cNvPr id="233" name="Text 21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