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ACT II: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FinOps Prefix Caching (84.7% Savings) &amp; Terraform Starter
• 84.7% Net Inference Cost Reduction: By caching the 32,000-token immutable Cymbal SRE runbook in Gemini 2.5 Pro ContextCacheConfig (90% discount), effective billable tokens drop from 34,000 to 5,200 per turn.
• 1-Click Terraform Starter (`2.6-terraform-starter`): Declaratively provisions Cloud Armor WAF policies, Cloud Run v2 ADK workers, Memorystore for Valkey, Cloud KMS CMEK, and the BigQuery OTel billing sink.
• 90-Minute Hands-On Engineering Codelab (`2.4-hands-on-codelab.md`): Guides platform and security engineers through deploying Pattern A, executing all 10 red-team breach tests, and querying the BigQuery FinOps ledger.
• Frictionless Promotion Path to Pattern B/C: Because Pattern A uses the shared 5-hop runtime interface, tenants requiring dedicated VPC-SC silos later upgrade via configuration without agent code rewrites.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ACT III: PATTERN A POOLED DEPLOYMENT &amp; FINOPS TIMELINE: Workstream 2 Pattern A Timeline  •  Terraform 2.6 Starter → 90% Prefix Cache &amp; Valkey → 10/10 Red-Team Certification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ACT III: PATTERN A POOLED ECONOMICS &amp; QUOTA GOVERNANCE MODEL: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Blueprint (#78) &amp; SLO Scorecard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Decomposes Figure 1 into 56 editable vector shapes + 23 connectors, quantified unit economics ($42 vs. $1,850/mo) &amp; GCP stack.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3-Zone Boundaries, UML &amp; Fail-Closed Loops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through 3-zone physical/logical boundaries, Hop 1 OBO+DPoP wire transformation, 5-Actor UML sequence &amp; HTTP 401–429 circuit breakers.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9–12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A/B/C Matrix, GAP-01..05 &amp; Live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Compares Pooled, Siloed &amp; Hybrid PSC trade-offs, closes 5 EAP product gaps, embeds 16:9 Cloud Console captures &amp; 6-week rollout.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13–14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Day-2 RACI Operating Model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Assigns Security, SRE &amp; FinOps ownership SLAs and maps runnable deliverables across Workstreams 1–5 (24 files + 20/20 gates).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(retailstream only)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II: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(120/600 RPM) &amp;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Prefix Caching (84.7% Savings) &amp; Terraform Starter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7% Net Inference Cost Reduction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caching the 32,000-token immutable Cymbal SRE runbook in Gemini 2.5 Pro ContextCacheConfig (90% discount), effective billable tokens drop from 34,000 to 5,200 per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• 32k Cached Prefix + 2k Dynamic Tenant Turn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Cuts Input Token Spend by 84.7% While Keeping Tenant Memory 100% Unshared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Prefix Caching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Starter (2.6-terraform-starter)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Declaratively provisions Cloud Armor WAF policies, Cloud Run v2 ADK workers, Memorystore for Valkey, Cloud KMS CMEK, and the BigQuery OTel billing sink.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workstream-2-pattern-a-pooled/2.6-terraform-starter/main.tf &amp; variables.tf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5 Parameterized Variables • Automated Dependency Graph • Zero Manual Console Clicks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Infrastructure as Code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Engineering Codelab (2.4-hands-on-codelab.md)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Guides platform and security engineers through deploying Pattern A, executing all 10 red-team breach tests, and querying the BigQuery FinOps ledger.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workstream-2-pattern-a-pooled/2.4-hands-on-codelab.md • 10 Live CLI Steps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10 Breach Defenses &amp; BigQuery Cost Attribution Queries End-to-End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Developer Enablement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Frictionless Promotion Path to Pattern B/C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Pattern A uses the shared 5-hop runtime interface, tenants requiring dedicated VPC-SC silos later upgrade via configuration without agent code rewrites.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core-cymbal-agent/models.py • TenantProfile (isolation_pattern: POOLED -&gt; SILO)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Scaling into Workstreams 3 &amp; 4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Continuity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DEPLOYMENT &amp; FINOPS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6-Week Pattern A Pooled Multi-Tenant Implementation &amp; Red-Team Roadmap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Infra Starter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v2 Pool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+ IAP + Shared Cloud Run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Provisioned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Quota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Valkey Bulkheads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Savings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120/600 RPM Tenant Quotas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Red-Team Gate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Breach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Simulation Suite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Cross-Tenant Attacks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(0 Rows Leaked)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Timeline  •  Terraform 2.6 Starter → 90% Prefix Cache &amp; Valkey → 10/10 Red-Team Certification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ECONOMICS &amp; QUOTA GOVERNANCE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2026-10-19T06:31:35Z</dcterms:created>
  <dcterms:modified xsi:type="dcterms:W3CDTF">2026-10-19T06:31:35Z</dcterms:modified>
</cp:coreProperties>
</file>