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FinVault Bank &amp; RetailStream Corp Co-Hosted Safely
• Dynamic Per-Turn Runtime Hydration: A single pooled Diagnostic Agent dynamically loads each caller’s Firestore profile, GCS Skills (`gs://cymbal-skills-{tenant}/`), and token caps on every turn.
• FinVault Bank (Enterprise Slice in Pool): Authenticates via Google Workspace OIDC, unlocks an 8,000-token thinking budget and 600 RPM quota, and accesses private Agent Alpha plus Workspace/Jira 3LO.
• RetailStream Corp (Standard Slice in Pool): Authenticates via Microsoft Entra ID OIDC, runs within a 4,000-token thinking cap and 120 RPM quota, and invokes SharePoint/ServiceNow 3LO with employee consent.
• Strict Catalog &amp; Namespace Firewall: RetailStream’s catalog discovery call excludes FinVault’s Agent Alpha (HTTP 403), and cross-tenant L4 Episodic Memory Bank reads throw an immediate PermissionError.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ACT III: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ACT III: PATTERN A POOLED DEPLOYMENT &amp; FINOPS TIMELINE: Workstream 2 Pattern A Timeline  •  Terraform 2.6 Starter → 90% Prefix Cache &amp; Valkey → 10/10 Red-Team Certification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ACT III: PATTERN A POOLED ECONOMICS &amp; QUOTA GOVERNANCE MODEL: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&amp; RetailStream Corp Co-Hosted Safely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Per-Turn Runtime Hydration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pooled Diagnostic Agent dynamically loads each caller’s Firestore profile, GCS Skills (gs://cymbal-skills-{tenant}/), and token caps on every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Hop3RuntimeAndMemory.load_dynamic_runtime_config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Injects Tenant-Specific System Prompt &amp; Verified GCS Skills URIs per Turn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Context Hydration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(Enterprise Slice in Pool)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unlocks an 8,000-token thinking budget and 600 RPM quota, and accesses private Agent Alpha plus Workspace/Jira 3LO.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Agent Alpha (Gemini 2.5 Pro / Gemini 2.5) • 3LO Drive/Gmail/Jira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8,000 Thinking Tokens • 600 RPM Valkey Bucket • OCC NLC + IBAN/SWIFT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Pooled Slice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Slice in Pool)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within a 4,000-token thinking cap and 120 RPM quota, and invokes SharePoint/ServiceNow 3LO with employee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Shared Diagnostic Agent • 3LO SharePoint/ServiceNow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4,000 Thinking Tokens • 120 RPM Valkey Bucket • PCI-DSS PAN/SSN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Pooled Slice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Strict Catalog &amp; Namespace Firewall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RetailStream’s catalog discovery call excludes FinVault’s Agent Alpha (HTTP 403), and cross-tenant L4 Episodic Memory Bank reads throw an immediate PermissionError.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2 ARD Filter + Hop 3 MemoryBankLevel.L1..L5 + Hop 5 PostgreSQL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Mutual Invisibility Between Co-Hosted Competing Tenants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Partitioning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(120/600 RPM) &amp;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DEPLOYMENT &amp; FINOPS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6-Week Pattern A Pooled Multi-Tenant Implementation &amp; Red-Team Roadmap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Infra Starter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v2 Pool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+ IAP + Shared Cloud Run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Provisioned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Quota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Valkey Bulkheads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84.7% Net Token Savings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120/600 RPM Tenant Quotas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Red-Team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Breach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Simulation Suite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Cross-Tenant Attacks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(0 Rows Leaked)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Timeline  •  Terraform 2.6 Starter → 90% Prefix Cache &amp; Valkey → 10/10 Red-Team Certification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ECONOMICS &amp; QUOTA GOVERNANCE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