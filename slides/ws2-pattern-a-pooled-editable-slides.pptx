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Pooled Architecture: One Shared Runtime, Two Competing Tenants, Zero Bleed
High-Density Pooled Multi-Tenancy on GEAP &amp; ADK 2.0 — 5-Hop Cryptographic Context Chain, 10-point breach suite, 90% ContextCacheConfig save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Problem: dedicated projects per Standard-tier SaaS customer destroy gross margin, but naive shared runtimes leak agents, tools, caches and PII.
• Solution: one shared project (cymbal-pooled-saas-prod) governed by the 5-Hop Cryptographic Context Chain from edge PEP to AlloyDB RLS.
• FinVault Bank (Enterprise, Google OIDC/Jira) and RetailStream Corp (Standard, Entra ID/ServiceNow) share one runtime with 10/10 breach vectors blocked.
• ContextCacheConfig READ_ONLY_IMMUTABLE_PREFIX bills the 32,000-token operator prefix at a 90% discount for ~84.7% net input COGS reduction.
• Ships as Milestone 1 (Week 4) with a Terraform starter, 90-minute codelab, and locally runnable run_breach_simulations.py.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Pooled Economics Paradox
• Security teams demand absolute isolation of agents, runbooks, 3P OAuth credentials, memories and regulated PII.
• CFOs demand density: a project, VPC, AlloyDB cluster and endpoint per $500–$2,000/month tenant exhausts quotas and margin.
• Gateway-level WHERE tenant_id = ? fails for agents: mid-turn MCP discovery, confused-deputy credentials, cache bleed, noisy neighbors.
• Pattern A is the lowest-unit-cost pattern, fit for Standard B2B tiers and high-volume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Cymbal Anchor Case Study
• Cymbal publishes the Shared Incident Diagnostic Agent on Gemini 2.5 Pro with Firestore + Memorystore dynamic config and 2LO telemetry MCP.
• FinVault Bank: Enterprise tier, 8,000 thinking tokens, 600 RPM, Google Workspace OIDC + Jira 3LO, CMEK memory namespace.
• RetailStream Corp: Standard tier, 4,000 thinking cap, 120 RPM Redis bulkhead, Entra ID + SharePoint/ServiceNow inline 3LO consent.
• Agent Alpha: FinVault's private Claude 3.7 Sonnet regulatory agent on Model Garden, hot-swappable, invisible to RetailStream (403).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Chain in Pattern A
• Hop 1 hop1_edge_identity_pep.py: Cloud Armor/IAP strip X-Tenant-ID, verify IdP JWT, mint RFC 8693 OBO token bound to DPoP jkt.
• Hop 2 hop2_registry_pdp_callbacks.py: Registry PDP + ARD catalog filter + ADK before_agent_callback tool pruning (403).
• Hop 3 hop3_compute_finops_bulkhead.py: gVisor temp:tenant_id, 5-Level Memory Bank, ContextCacheConfig 90%, Redis 429 and token clamp.
• Hop 4 hop4_model_armor_guardrails.py: Model Armor ingress 400, Semantic NLC 422, tenant-scoped SDP egress redaction.
• Hop 5 hop5_data_rls_and_otel.py: AlloyDB RLS via SET LOCAL app.current_tenant, 2LO/3LO Auth Manager, BigQuery OTel spans.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10-Point Breach Simulation Suite
• Vectors 1–3 (Hops 1–2): forged header stripped, Agent Alpha 403, FinVault pruned from RetailStream ServiceNow MCP.
• Vectors 4, 5, 8 (Hop 4): prompt injection 400, OCC escalation suppression 422, IBAN/SWIFT/PAN masked on egress.
• Vectors 6, 7, 9 (Hops 3 &amp; 5): 16,000 tokens clamped to 4,000, 250 RPM throttled 429, cross-tenant memory PermissionError, RLS 0 rows.
• Vector 10 (Hop 5): 401 CHALLENGE_3LO_OAUTH for ServiceNow, resumed to 200 after inline Entra ID consent.
• All 10 pass locally with no cloud credentials; every denial lands as a BigQuery OTel security span.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FinOps, Terraform, Codelab &amp; Product Gaps
• Per-turn input drops from 34,000 full-price tokens to ~5,200 billable with zero cross-tenant cache bleed.
• Terraform starter: cymbal-pooled-edge-waf, cymbal-tenant-bulkhead-redis, cymbal-pooled-tenant-kr, cymbal-pooled-agent-gateway, OTel dataset.
• 90-minute L300–L400 codelab runs all four breach modules plus a BigQuery chargeback audit.
• Four prioritized gaps: GEAP-POOL-01 Registry tenant claim, -02 Entra DPoP/3LO, -03 Memory Bank CMEK, -04 unified ContextCacheConfig.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Milestone 1 (Weeks 1–4) • Shared Project (cymbal-pooled-saas-prod) with 90% Prompt Prefix Cache Savings &amp; 0 Bleed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A: High-Density Pooled Multi-Tenant Architecture &amp; Shared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Workstream 2.2 &amp; 2.5 (run_breach_simulations.py) • 10/10 Adversarial Vectors Neutralized Across Hops 1–5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Provisioning Topology for cymbal-pooled-saas-prod (us-central1) Seeding FinVault Bank (Google OIDC + Jira) &amp; RetailStream Corp (Entra ID + SharePoint/ServiceNow)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Provisioning Topology for cymbal-pooled-saas-prod (us-central1) Seeding FinVault Bank (Google OIDC + Jira) &amp; RetailStream Corp (Entra ID + SharePoint/ServiceNow)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Pattern A Demo Environment &amp; 3P Auth Sandbox: Pooled Project, Federated IdPs, OAuth 2LO/3LO Apps, Redis &amp; Firestore Tenant Config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hashicorp/google &gt;= 5.30.0 on Terraform &gt;= 1.5.0 • project_id cymbal-pooled-saas-prod • region us-central1 • Hop 1, Hop 3 &amp; Hop 5 Resources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hashicorp/google &gt;= 5.30.0 on Terraform &gt;= 1.5.0 • project_id cymbal-pooled-saas-prod • region us-central1 • Hop 1, Hop 3 &amp; Hop 5 Resources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Pattern A 1-Click Terraform Starter: Provider → Cloud Armor WAF → Cloud Run v2 GEAP Gateway → Redis / KMS CMEK → BigQuery OTel Resource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Pooled density and zero-bleed isolation are compatible when tenant identity is cryptographic and enforced at every hop, not just the gateway.
• Shared compute (gVisor pods) and shared storage (AlloyDB RLS) plus tenant-scoped policy is the whole Pattern A picture.
• Read-only immutable prefix caching is both the FinOps lever (90% prefix discount) and a security control (no suffix write-back).
• Verify architecture with a deterministic red-team suite that asserts status codes, decisions and payloads for all 10 vectors.
• Graduate tenants to Pattern B Sovereign Silos only when they mandate VPC-SC, project separation, CMEK kill-switch or air-gapped Gemma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run_breach_simulations.py, apply the 2.6 Terraform starter, complete the 90-minute codelab, then continue to Workstream 3 — Pattern B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image" Target="../media/image-12-18.png"/><Relationship Id="rId19" Type="http://schemas.openxmlformats.org/officeDocument/2006/relationships/image" Target="../media/image-12-19.png"/><Relationship Id="rId20" Type="http://schemas.openxmlformats.org/officeDocument/2006/relationships/image" Target="../media/image-1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pn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pn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Pooled Architecture: One Shared Runtime, Two Competing Tenants, Zero Bleed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Pooled Multi-Tenancy on GEAP &amp; ADK 2.0 — 5-Hop Cryptographic Context Chain, 10-point breach suite, 90% ContextCacheConfig save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dedicated projects per Standard-tier SaaS customer destroy gross margin, but naive shared runtimes leak agents, tools, caches and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one shared project (cymbal-pooled-saas-prod) governed by the 5-Hop Cryptographic Context Chain from edge PEP to AlloyDB RLS.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 RetailStream Corp (Standard, Entra ID/ServiceNow) share one runtime with 10/10 breach vectors blocked.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 prefix at a 90% discount for ~84.7% net input COGS reduction.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 with a Terraform starter, 90-minute codelab, and locally runnable run_breach_simulations.py.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Pooled Economics Paradox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Pooled Economics Paradox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teams demand absolute isolation of agents, runbooks, 3P OAuth credentials, memories and regulated PII.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CFOs demand density: a project, VPC, AlloyDB cluster and endpoint per $500–$2,000/month tenant exhausts quotas and margin.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Gateway-level WHERE tenant_id = ? fails for agents: mid-turn MCP discovery, confused-deputy credentials, cache bleed, noisy neighbors.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is the lowest-unit-cost pattern, fit for Standard B2B tiers and high-volume tasks.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Cymbal Anchor Case Study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Anchor Case Study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publishes the Shared Incident Diagnostic Agent on Gemini 2.5 Pro with Firestore + Memorystore dynamic config and 2LO telemetry MCP.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Bank: Enterprise tier, 8,000 thinking tokens, 600 RPM, Google Workspace OIDC + Jira 3LO, CMEK memory namespace.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Corp: Standard tier, 4,000 thinking cap, 120 RPM Redis bulkhead, Entra ID + SharePoint/ServiceNow inline 3LO consent.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Alpha: FinVault's private Claude 3.7 Sonnet regulatory agent on Model Garden, hot-swappable, invisible to RetailStream (403).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5-Hop Chain in Pattern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hop1_edge_identity_pep.py: Cloud Armor/IAP strip X-Tenant-ID, verify IdP JWT, mint RFC 8693 OBO token bound to DPoP jkt.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hop2_registry_pdp_callbacks.py: Registry PDP + ARD catalog filter + ADK before_agent_callback tool pruning (403).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hop3_compute_finops_bulkhead.py: gVisor temp:tenant_id, 5-Level Memory Bank, ContextCacheConfig 90%, Redis 429 and token clamp.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hop4_model_armor_guardrails.py: Model Armor ingress 400, Semantic NLC 422, tenant-scoped SDP egress redaction.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hop5_data_rls_and_otel.py: AlloyDB RLS via SET LOCAL app.current_tenant, 2LO/3LO Auth Manager, BigQuery OTel spans.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10-Point Breach Simulation Suite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10-Point Breach Simulation Suite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1–3 (Hops 1–2): forged header stripped, Agent Alpha 403, FinVault pruned from RetailStream ServiceNow MCP.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4, 5, 8 (Hop 4): prompt injection 400, OCC escalation suppression 422, IBAN/SWIFT/PAN masked on egress.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6, 7, 9 (Hops 3 &amp; 5): 16,000 tokens clamped to 4,000, 250 RPM throttled 429, cross-tenant memory PermissionError, RLS 0 rows.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 (Hop 5): 401 CHALLENGE_3LO_OAUTH for ServiceNow, resumed to 200 after inline Entra ID consent.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pass locally with no cloud credentials; every denial lands as a BigQuery OTel security span.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FinOps, Terraform, Codelab &amp; Product Gaps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FinOps, Terraform, Codelab &amp; Product Gaps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Per-turn input drops from 34,000 full-price tokens to ~5,200 billable with zero cross-tenant cache bleed.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starter: cymbal-pooled-edge-waf, cymbal-tenant-bulkhead-redis, cymbal-pooled-tenant-kr, cymbal-pooled-agent-gateway, OTel dataset.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L300–L400 codelab runs all four breach modules plus a BigQuery chargeback audit.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prioritized gaps: GEAP-POOL-01 Registry tenant claim, -02 Entra DPoP/3LO, -03 Memory Bank CMEK, -04 unified ContextCacheConfig.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VIS-WS2-PATTERN-A-POOLED-5HOP-ARCHITECTURE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cymbal-pooled-saas-prod (Maximum Density Pooled SaaS)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 •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(Envelope CMEK)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&amp; ARD catalog pruning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&amp; OTel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2.1 • PATTERN A BLUEPRINT] Pattern A: High-Density Pooled Multi-Tenant Architecture &amp; Shared Runtime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1 (Weeks 1–4) • Shared Project (cymbal-pooled-saas-prod) with 90% Prompt Prefix Cache Savings &amp; 0 Bleed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RetailStreamCompeting SaaS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(90% COGS Save) • 32k Shared Operator Prefix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Token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app.current_tenant='finvault'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current_tenant='retailstream'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Filter (403 Alpha)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 (jkt)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skills-finvault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skills-retail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token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diagrams/ws2-pattern-a-pooled-5hop-architecture.drawio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GCP Project: cymbal-pooled-saas-prod (Maximum Density Pooled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•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A • FinVault Bank (Enterprise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B • RetailStream Corp (Standard Tier)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finvault:user:session (Envelope CMEK)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Logical Partition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retailstream:user:session (120 RPM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2: Edge PEP &amp; GEAP Registry PDP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stripping, OBO+DPoP &amp; ARD catalog pruning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5: Shared FinOps,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 &amp; OTel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2.1 • PATTERN A BLUEPRINT] Pattern A: High-Density Pooled Multi-Tenant Archit…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1 (Weeks 1–4) • Shared Project (cymbal-pooled-saas-prod) with 90% Prompt Prefix Cache Savings &amp; 0 B…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RetailStreamCompeting SaaS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ContextCacheConfig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(90% COGS Save) • 32k Shared Operator Prefix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Rate Bulkhead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Standard vs 8k Enterprise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VIS-WS2-PATTERN-A-BREACH-DEFENSE-SEQUENCE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Deterministic Security Gates PASS)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• Zero-Trust 5-Hop Enforcement Pipeline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NLC &amp; SDP DLP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NLCs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Gates (Vectors 6 &amp; 9)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2.5 • BREACH SUITE BLUEPRINT] Pattern A: 10-Point Cross-Tenant Breach Simulation &amp; Cryptographic Defense Matrix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2.2 &amp; 2.5 (run_breach_simulations.py) • 10/10 Adversarial Vectors Neutralized Across Hops 1–5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AttackerSpoofed Headers &amp; Injections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Armor Edge PEP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Redis 429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4k Token Clamp • Blocks 250 RPM Flood &amp; 16k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Blocked Vector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Cross-Tenant Rows Returned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+ ADK Callback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OCC Escalation Suppress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NLC rules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diagrams/ws2-pattern-a-breach-defense-sequence.drawio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Breach Verification Harness (10/10 Deterministic Security Gates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• Zero-Trust 5-Hop Enforcement Pipeline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 Guardrail Gates (Vectors 4, 5 &amp; 8) • Prompt, NLC &amp; SDP DLP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Hop 5 Storage Gates (Vectors 7 &amp; 9) • Memory, Skills &amp;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Armor &amp; Semantic NLCs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Ingress Injection Screen &amp; Egress SDP Redaction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Bank, Skills &amp; AlloyDB RLS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Namespace &amp; Storage-Engine Isolation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 Gates (Vectors 1, 2, 3 &amp;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Neutralizes header spoofing, Agent Alpha &amp; MCP leaks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 FinOps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Gates (Vectors 6 &amp; 9)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2.5 • BREACH SUITE BLUEPRINT] Pattern A: 10-Point Cross-Tenant Breach Simulat…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&amp; 2.5 (run_breach_simulations.py) • 10/10 Adversarial Vectors Neutralized Across Hops 1–5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Red-Team AttackerSpoofed Headers &amp; Injections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Armor Edge PEP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6: Redis 429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&amp; 4k Token Clamp • Blocks 250 RPM Flood &amp; 16k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Logs Every Blocked Vector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10: Inline 3LO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401 Entra OAuth Challenge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VIS-WS2-DEMO-ENV-AND-3P-AUTH-SANDBOX-TOPOLOGY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17113" y="521208"/>
            <a:ext cx="5358384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0265" y="576072"/>
            <a:ext cx="5212080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VIS-WS2-DEMO-ENV-AND-3P-AUTH-SANDBOX-TOPOLOGY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Demo Project cymbal-pooled-saas-prod (us-central1) • 12 Enabled APIs (aiplatform, modelarmor, dlp, run, iap, alloydb, redis, firestore, cloudkms, bigquery)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GEAP Runtime • Hop 1 Edge PEP + Hop 5 3P Auth Sandbox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Alpha Sandbox: FinVault Bank (ENTERPRISE • Google Workspace OIDC + Jira 3LO)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Beta Sandbox: RetailStream Corp (STANDARD • Microsoft Entra ID, Zero Google Footprint)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Sandbox Wiring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finvault.com OAuth 2.0 Client ID • 8,000 thinking budget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Sandbox Wiring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retailstream.onmicrosoft.com • 4,000 thinking budget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env ingress &amp; bootstrap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Project, APIs, Cloud Armor WAF, Global LB &amp; Edge PEP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Secrets, IdP issuer map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setup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2.2 • DEMO ENV &amp; 3P AUTH SANDBOX] Pattern A Demo Environment &amp; 3P Auth Sandbox: Pooled Project, Federated IdPs, OAuth 2LO/3LO Apps, Redis &amp; Firestore Tenant 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Topology for cymbal-pooled-saas-prod (us-central1) Seeding FinVault Bank (Google OIDC + Jira) &amp; RetailStream Corp (Entra ID + SharePoint/ServiceNow)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Platform Operatorgcloud bootstrap + IdP admin consoles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Load Balancer • edge.cymbal-saas.example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(Auth Manager) • 3LO scope registry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bigquery.googleapis.com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cloudkms.googleapis.com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 Alpha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claude-3-7-sonnet allowed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MCP Sandbox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read/write:jira-work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ITOM REST useraccount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 • rpm 600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STANDARD • rpm 120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Envoy Service Extension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 Client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Client ID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3LO Scopes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App Reg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Cymbal-RetailStream-Agent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Sites.Read.All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runbooks 3LO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cymbal-pooled-edge-waf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X-Tenant-ID spoof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IDP_ISSUER_MAP + OBO/DPoP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Scopes, keys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datasets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+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tools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allowed_agents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alpha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OIDC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URL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7.0 5GB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breach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suite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3LO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IdPs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(OIDC &amp; Entra)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11173" y="3118104"/>
            <a:ext cx="76261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OIDC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issuer per tenant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client ID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tenant config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59966" y="2312518"/>
            <a:ext cx="64465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SQLi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deny-403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59966" y="2878531"/>
            <a:ext cx="64465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forged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headers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APIs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Demo Environment &amp; 3P Auth Sandbox: Pooled Project, Federated IdPs, OAuth 2LO/3LO Apps, Redis &amp; Firestore Tenant Config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(cymbal-pooled-saas-prod, us-central1) with 12 enabled APIs hosts both demo tenants; isolation is logical, not per-project.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the Hop 1 front door: Cloud Armor cymbal-pooled-edge-waf (rule 1000 SQLi/XSS deny-403) plus the Edge PEP that strips forged X-Tenant-ID headers.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wires FinVault Bank: a Google OAuth 2.0 Client ID on finvault.com, Workspace 3LO scopes (drive, calendar, gmail) and Jira read/write:jira-work.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wires RetailStream Corp with zero Google footprint: Entra app Cymbal-RetailStream-Agent-Client, Graph Sites.Read.All, ServiceNow useraccount.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holds the shared setup: Agent Identity (Auth Manager) scope registry, Cloud KMS for CMEK and BigQuery for OpenTelemetry audit.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seeds tier, thinking budget (8000 vs 4000), Redis rpm (600 vs 120) and allowed_agents per tenant; the 2.5 breach suite verifies the whole sandbox.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diagrams/ws2-demo-env-and-3p-auth-sandbox-topology.drawio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Demo Project cymbal-pooled-saas-prod (us-central1) • 12 Enabled APIs (aiplatform,…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GEAP Runtime • Hop 1 Edge PEP + Hop 5 3P Auth Sandbox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Alpha Sandbox: FinVault Bank (ENTERPRISE • Google Workspace OIDC + Jira 3LO)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Beta Sandbox: RetailStream Corp (STANDARD • Microsoft Entra ID, Zero Google Footpr…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Sandbox Wiring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finvault.com OAuth 2.0 Client ID • 8,000 thinking budget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Sandbox Wiring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retailstream.onmicrosoft.com • 4,000 thinking budget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env ingress &amp; bootstrap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Project, APIs, Cloud Armor WAF, Global LB &amp; Edge PEP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Secrets, IdP issuer map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observability setup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2.2 • DEMO ENV &amp; 3P AUTH SANDBOX] Pattern A Demo Environment &amp; 3P Auth Sandbo…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Provisioning Topology for cymbal-pooled-saas-prod (us-central1) Seeding FinVault Bank (Google OIDC + Jira) &amp;…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 Platform Operatorgcloud bootstrap + IdP admin consoles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External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Load Balancer • edge.cymbal-saas.example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(Auth Manager) • 3LO scope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bigquery.googleapis.com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cloudkms.googleapis.com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VIS-WS2-TERRAFORM-STARTER-RESOURCE-GRAPH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111703" y="521208"/>
            <a:ext cx="5968289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855" y="576072"/>
            <a:ext cx="5821985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VIS-WS2-TERRAFORM-STARTER-RESOURCE-GRAPH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(main.tf + variables.tf) • provider "google" { project = var.project_id, region = var.region }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Dependency Graph • Hop 1 Edge → Hop 3 Runtime &amp; Bulkhead → Hop 5 Audit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Services Graph: google_cloud_run_v2_service.cymbal_pooled_gateway (Gen2 gVisor)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Graph: google_redis_instance.tenant_token_bulkhead + AlloyDB RLS &amp; Firestore (provisioned in 2.2)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GEAP Gateway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 • EXECUTION_ENVIRONMENT_GEN2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Data &amp; Bulkhead Stores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 7.0 STANDARD_HA 5GB (Hop 3 FinOps)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project &amp; ingress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required_providers + Hop 1 Cloud Armor WAF front door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CMEK keys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resources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2.6 • TERRAFORM STARTER RESOURCE GRAPH] Pattern A 1-Click Terraform Starter: Provider → Cloud Armor WAF → Cloud Run v2 GEAP Gateway → Redis / KMS CMEK → BigQuery OTel Resource Graph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hashicorp/google &gt;= 5.30.0 on Terraform &gt;= 1.5.0 • project_id cymbal-pooled-saas-prod • region us-central1 • Hop 1, Hop 3 &amp; Hop 5 Resources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(IaC)terraform init • plan • apply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provider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5.30.0 • var.project_id / var.region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cymbal-pooled-tenant-kr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Dataset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cymbal_multi_tenant_otel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CMEK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finvault-agent-memory-cmek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REDIS_BULKHEAD_HOST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redis_instance.host ref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Labels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hop-3-finops-bulkhead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CYMBAL_TOPOLOGY_MODE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alloydb.googleapis.com (2.2)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CONTEXT_CACHE_ID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shared-diagnostic-prefix-v2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runtime docs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LB Ingress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INGRESS_TRAFFIC_INTERNAL_LB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Container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cymbal-agent-gateway:v2.0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cymbal-tenant-bulkhead-redis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STANDARD_HA 5 GB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REDIS_7_0 • var.region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cymbal_pooled_waf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deny(403)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sqli-v33 || xss-v33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allow rule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SRC_IPS_V1 to IAP &amp; PEP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rotation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Hop 5 OTel audit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Gen2 gVisor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dep on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instance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rate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pattern-a-pooled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pooled_gateway_uri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env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Hop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data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2147483647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URI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policy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Preconfigured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rules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1-Click Terraform Starter: Provider → Cloud Armor WAF → Cloud Run v2 GEAP Gateway → Redis / KMS CMEK → BigQuery OTel Resource Graph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(main.tf + variables.tf) on Terraform &gt;= 1.5.0 with hashicorp/google &gt;= 5.30.0 deploys the pooled Pattern A core in one apply.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Hop 1: google_compute_security_policy.cymbal_pooled_waf with a deny(403) SQLi/XSS rule at priority 1000 and a default SRC_IPS_V1 allow.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is the runtime graph: google_cloud_run_v2_service.cymbal_pooled_gateway, Gen2 gVisor, internal-LB ingress and env vars referencing other resources.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is the data graph: google_redis_instance.tenant_token_bulkhead (REDIS_7_0, STANDARD_HA, 5 GB); AlloyDB RLS and Firestore are provisioned in 2.2.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covers keys and audit: cymbal-pooled-tenant-kr key ring, finvault-agent-memory-cmek (90-day rotation), BigQuery dataset cymbal_multi_tenant_otel.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close the loop — pooled_gateway_uri and redis_bulkhead_host — so downstream workstreams can bind to the deployed resources without hardcoding.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diagrams/ws2-terraform-starter-resource-graph.drawio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(main.tf + variables.tf) • provider "google" { project = var.projec…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Dependency Graph • Hop 1 Edge → Hop 3 Runtime &amp; Bulkhead → Hop 5 Audit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&amp; Services Graph: google_cloud_run_v2_service.cymbal_pooled_gateway (Gen2 gVisor)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Graph: google_redis_instance.tenant_token_bulkhead + AlloyDB RLS &amp; Firestore (provis…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v2 GEAP Gateway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cymbal-pooled-agent-gateway • EXECUTION_ENVIRONMENT_GEN2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Data &amp; Bulkhead Stores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Memorystore Redis 7.0 STANDARD_HA 5GB (Hop 3 FinOps)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Provider, project &amp; ingress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required_providers + Hop 1 Cloud Armor WAF front door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IAM, CMEK keys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observability resources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2.6 • TERRAFORM STARTER RESOURCE GRAPH] Pattern A 1-Click Terraform Starter:…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hashicorp/google &gt;= 5.30.0 on Terraform &gt;= 1.5.0 • project_id cymbal-pooled-saas-prod • region us-central1 •…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(IaC)terraform init • plan • apply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provider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5.30.0 • var.project_id / var.region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cymbal-pooled-tenant-kr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Dataset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cymbal_multi_tenant_otel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CMEK Key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finvault-agent-memory-cmek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 compatible when tenant identity is cryptographic and enforced at every hop, not just the gateway.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 storage (AlloyDB RLS) plus tenant-scoped policy is the whole Pattern A picture.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 the FinOps lever (90% prefix discount) and a security control (no suffix write-back).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 suite that asserts status codes, decisions and payloads for all 10 vectors.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 Silos only when they mandate VPC-SC, project separation, CMEK kill-switch or air-gapped Gemma 3.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Multi-Tenant Architecture &amp; Shared Runtime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diagrams/vision_metadata/ws2-pattern-a-pooled-5hop-architecture.vision.json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10-Point Cross-Tenant Breach Simulation &amp; Cryptographic Defense Matrix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diagrams/vision_metadata/ws2-pattern-a-breach-defense-sequence.vision.json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• DEMO ENV &amp; 3P AUTH SANDBOX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 Demo Environment &amp; 3P Auth Sandbox: Pooled Project, Federated IdPs, OAuth 2LO/3LO Apps, Redis &amp; Firestore Tenant Config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diagrams/vision_metadata/ws2-demo-env-and-3p-auth-sandbox-topology.vision.json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2.6 • TERRAFORM STARTER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 1-Click Terraform Starter: Provider → Cloud Armor WAF → Cloud Run v2 GEAP Gateway → Redis / KMS CMEK → BigQuery OTel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diagrams/vision_metadata/ws2-terraform-starter-resource-graph.vision.json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blogs/ws2-pattern-a-pooled-architecture.md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workstream-2-pattern-a-pooled/2.1-case-study-and-solution-architecture.md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workstream-2-pattern-a-pooled/2.5-breach-simulation-suite/run_breach_simulations.py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workstream-2-pattern-a-pooled/2.7-blog-pooled-architecture-governance.md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Pooled Architecture: One Shared Runtime, Two Competing Tenants, Zero Bleed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2026-10-08T13:26:06Z</dcterms:created>
  <dcterms:modified xsi:type="dcterms:W3CDTF">2026-10-08T13:26:06Z</dcterms:modified>
</cp:coreProperties>
</file>