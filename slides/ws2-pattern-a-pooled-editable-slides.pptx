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1607515" y="5244998"/>
            <a:ext cx="164592" cy="164592"/>
          </a:xfrm>
          <a:prstGeom prst="rect">
            <a:avLst/>
          </a:prstGeom>
        </p:spPr>
      </p:pic>
      <p:sp>
        <p:nvSpPr>
          <p:cNvPr id="84" name="Text 81"/>
          <p:cNvSpPr/>
          <p:nvPr/>
        </p:nvSpPr>
        <p:spPr>
          <a:xfrm>
            <a:off x="1840687" y="5233111"/>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sp>
        <p:nvSpPr>
          <p:cNvPr id="85" name="Shape 82"/>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3902659" y="4253789"/>
            <a:ext cx="164592" cy="164592"/>
          </a:xfrm>
          <a:prstGeom prst="rect">
            <a:avLst/>
          </a:prstGeom>
        </p:spPr>
      </p:pic>
      <p:sp>
        <p:nvSpPr>
          <p:cNvPr id="87" name="Text 83"/>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14016"/>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07899"/>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535631"/>
            <a:ext cx="148133" cy="0"/>
          </a:xfrm>
          <a:prstGeom prst="line">
            <a:avLst/>
          </a:prstGeom>
          <a:noFill/>
          <a:ln w="12700">
            <a:solidFill>
              <a:srgbClr val="5F6368"/>
            </a:solidFill>
            <a:prstDash val="solid"/>
            <a:headEnd type="triangle" w="sm" len="sm"/>
          </a:ln>
        </p:spPr>
      </p:sp>
      <p:sp>
        <p:nvSpPr>
          <p:cNvPr id="95" name="Shape 90"/>
          <p:cNvSpPr/>
          <p:nvPr/>
        </p:nvSpPr>
        <p:spPr>
          <a:xfrm>
            <a:off x="2948940" y="2535631"/>
            <a:ext cx="0" cy="135331"/>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47726"/>
          </a:xfrm>
          <a:prstGeom prst="line">
            <a:avLst/>
          </a:prstGeom>
          <a:noFill/>
          <a:ln w="12700">
            <a:solidFill>
              <a:srgbClr val="5F6368"/>
            </a:solidFill>
            <a:prstDash val="solid"/>
            <a:tailEnd type="triangle" w="sm" len="sm"/>
          </a:ln>
        </p:spPr>
      </p:sp>
      <p:sp>
        <p:nvSpPr>
          <p:cNvPr id="103" name="Shape 98"/>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26280"/>
            <a:ext cx="0" cy="157277"/>
          </a:xfrm>
          <a:prstGeom prst="line">
            <a:avLst/>
          </a:prstGeom>
          <a:noFill/>
          <a:ln w="12700">
            <a:solidFill>
              <a:srgbClr val="5F6368"/>
            </a:solidFill>
            <a:prstDash val="solid"/>
            <a:tailEnd type="triangle" w="sm" len="sm"/>
          </a:ln>
        </p:spPr>
      </p:sp>
      <p:sp>
        <p:nvSpPr>
          <p:cNvPr id="106" name="Shape 101"/>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0" name="Text 135"/>
          <p:cNvSpPr/>
          <p:nvPr/>
        </p:nvSpPr>
        <p:spPr>
          <a:xfrm>
            <a:off x="2954426" y="4205326"/>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3" name="Text 137"/>
          <p:cNvSpPr/>
          <p:nvPr/>
        </p:nvSpPr>
        <p:spPr>
          <a:xfrm>
            <a:off x="2954426" y="4691786"/>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56" name="Text 139"/>
          <p:cNvSpPr/>
          <p:nvPr/>
        </p:nvSpPr>
        <p:spPr>
          <a:xfrm>
            <a:off x="1793138" y="4205326"/>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59" name="Text 141"/>
          <p:cNvSpPr/>
          <p:nvPr/>
        </p:nvSpPr>
        <p:spPr>
          <a:xfrm>
            <a:off x="1793138" y="4691786"/>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17490"/>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30852"/>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34686"/>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682996"/>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29938"/>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39082"/>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3377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04291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06486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ADK POOLED GATEWAY &amp; 10-SAAS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Run runtime enforcing RFC 8693 OBO + DPoP, Hop 2 ARD filter &amp; 10-SaaS Pattern A RLS pushdown</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Service: cymbal-multi-tenant-patterns (Cloud Run)</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BULKHEADS &amp; 10-SAAS RLS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Caps &amp; 10/10 Pooled SaaS MCP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HTTP 429 Retry-After noisy-neighbor bulkheads plus 10/10 Pattern A Inter-Cloud AWS AgentCore MCP RLS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2026-10-30T04:40:52Z</dcterms:created>
  <dcterms:modified xsi:type="dcterms:W3CDTF">2026-10-30T04:40:52Z</dcterms:modified>
</cp:coreProperties>
</file>