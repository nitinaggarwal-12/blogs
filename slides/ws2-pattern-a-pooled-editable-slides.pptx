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Solving the Commercial SaaS Margin Equat…</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(cymbal-control-plane) at a.</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Instead of spinning up separate VPCs per tenant, Pattern A enforces non-bypassable tenant boundaries across all 5 runtime hops in software.</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Adversarial Red-Team Attacks Neutr…</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Cost Reduction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ADK POOLED GATEWAY &amp; 10-SAAS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Run runtime enforcing RFC 8693 OBO + DPoP, Hop 2 ARD filter &amp; 10-SaaS Pattern A RLS pushdown</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Service: cymbal-multi-tenant-patterns (Cloud Run)</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BULKHEADS &amp; 10-SAAS RLS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Caps &amp; 10/10 Pooled SaaS MCP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HTTP 429 Retry-After noisy-neighbor bulkheads plus 10/10 Pattern A Inter-Cloud AWS AgentCore MCP RLS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2026-10-28T13:40:08Z</dcterms:created>
  <dcterms:modified xsi:type="dcterms:W3CDTF">2026-10-28T13:40:08Z</dcterms:modified>
</cp:coreProperties>
</file>