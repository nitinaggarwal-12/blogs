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blocks—Google’s Agent Development Kit (ADK) (ADK), the Model Context Protocol (MCP) for external tool integrations, and Agent Registry and Discovery (ARD)—and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at the top, traverse Green Perimeter 2 (the Five-Hop Governance Hub) in the center, and execute inside either Yellow Perimeter 3 (the Pattern A Shared Pool Spoke)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native GA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GA sunset hook targeted for Feature-Flagged Native Hook through Feature-Flagged Native Hook so teams can switch cleanly to native GCP primitives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live EC2 execution twin harness across ports 3001 through 3010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Why It Matters (The SaaS AI Dilemma)</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 rogue tenant starve shared LLM rate limits.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Core Definitions (ADK • MCP • ARD)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Agent Development Kit (ADK) orchestrates reasoning &amp; callbacks; Model Context Protocol (MCP) standardizes 2LO/3LO enterprise tools; Agent Registry &amp; Discovery (ARD) enforces tenant catalog ACLs.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Topologies &amp; 80/20 Code Reuse</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 80% identical Python ADK code.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5-Hop Pipeline (~42ms p95 Overhead)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 (~22ms), and AlloyDB FORCE RLS.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Defines ADK, MCP &amp; ARD upfront;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-&gt; L2 4 Perimeters -&gt;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in Figure 1 (Slide 6) and &lt;0.15ms cached-JWKS KMS-signed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cymbal-control-plane • cymbal-pooled-prod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&amp; Dual-Plane Harness verifying 20/20 GCP suites + 30/30 Inter-Cloud 10-SaaS MCP flows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Query: rls_cross_tenant_rows=0 AND status=(200..429)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Twins: 13.220.94.209:3001..3010 (HTTP 200 • 60/60)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&amp; :3001..3010 Execution Twin flows (60/60 assertions, 12/12 forensic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(24-File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across 20/20 GCP suites and 30/30 Inter-Cloud 10-SaaS MCP &amp; :3001..3010 Execution Twins.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2026-10-21T19:22:24Z</dcterms:created>
  <dcterms:modified xsi:type="dcterms:W3CDTF">2026-10-21T19:22:24Z</dcterms:modified>
</cp:coreProperties>
</file>