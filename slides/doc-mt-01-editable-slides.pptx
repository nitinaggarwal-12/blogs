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Multi-Tenant AI Agents on Google Cloud (Part 1): Architecture &amp; Isolation Topologies.</a:t>
            </a:r>
            <a:endParaRPr lang="en-US" dirty="0"/>
          </a:p>
          <a:p>
            <a:r>
              <a:rPr lang="en-US" dirty="0"/>
              <a:t>In Part 1 of our Google Cloud Architecture Center series, we establish the foundation for running multi-tenant AI agents safely at enterprise scale—comparing Pooled Shared-Plane, Sovereign Dedicated Silo, and Hybrid Control/Data Plane Split topologies while maintaining eighty percent shared Python ADK runtime code.</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maps out our canonical Google Cloud Hub-and-Spoke blueprint. Tenant requests enter the blue Routing Hub via Cloud Armor and Identity-Aware Proxy, undergo cryptographic JWT exchange and Model Armor screening in the green Governance Hub, and route across pooled or tenant-dedicated spokes for Vertex AI reasoning, AlloyDB storage, and MCP tool execution.</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 architectural stages on this slide shows how a single Python codebase enforces deterministic tenant boundaries at every hop—from cached-JWKS token verification in under zero point one five milliseconds to tenant-scoped Valkey namespaces and PostgreSQL Row-Level Security.</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For SaaS product and platform leaders, this slide connects topology selection directly to customer onboarding velocity and regulatory compliance—allowing standard commercial tenants to share warm pooled infrastructure while regulated enterprise tenants receive dedicated VPC, Cloud KMS CMEK, and data-plane isolation.</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This comparison matrix evaluates Pattern A Pooled, Pattern B Sovereign Silo, and Pattern C Hybrid Split across noisy-neighbor blast radius, cryptographic key sovereignty, unit economics, and operational overhead so architects can match every customer tier to the right deployment model.</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Part 1 implementation checklist and twenty-seven-file reference workbench entry point so your engineering team can deploy the shared core-cymbal-agent runtime today.</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1 of 6 • Foundations &amp; Identity</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DOC-MT-01</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12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Independent software vendors are moving agents out of pilots and into products. The engineering question is no longer whether an agent can complete a task, but whether one platform can serve thousands of customers with agents without leaking data across accounts, eroding gross margin, or failing an enterprise security review.</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That is a multi-tenancy problem, and it is not the multi-tenancy problem ISVs have already solved. In conventional SaaS, isolation is enforced at a small number of predictable choke points: an authenticated request, a scoped query, a row filter. The code path is deterministic, so it can be enumerated, tested, and demonstrated to an auditor. An agent removes that guarantee. It decides at runtime which tools to call, what to retrieve, how many turns to take, and which sub-agents to spawn. The execution path is generated rather than written, and every architectural assumption that depended on knowing the path in advance has to be re-established somewhere else.</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reason rigorously about multi-tenant isolation, map the three core agentic primitives onto CS101 operating-system kernel abstractions: Google ADK acts as the OS syscall scheduler, the Model Context Protocol (MCP) acts as the POSIX tool driver ABI, and Agent Registry Discovery acts as a chrooted virtual file system catalog. Together with five feature-flagged compensating controls, this guide sets out the ten components where isolation happens, how cryptographic identity is bound at ingress, and how tenant context survives every hop across the enterprise agent platform.</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first challenge is that the isolation boundary moves inward. Tenant identity can no longer be validated once at the edge and then assumed for the remainder of the request. It has to survive every hop the agent takes—through the planner, into each sub-agent, across every tool call and retrieval, and down to the model invocation itself. It also has to be immutable once set, because an agent that can rewrite its own tenant context is an agent with no tenancy at all. Isolation stops being a perimeter and becomes a property that each hop has to carry.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(Pattern A: Pooled Shared Runtime and Pattern B &amp; Pattern C),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Multi-Tenant Agentic AI System — The 10 Stack Components &amp; Zero-Trust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The ten architectural components where pooled-versus-siloed tenancy decisions are enforced across the Routing Hub, Central Governance Hub, Pooled Runtime, and Sovereign Spoke.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Control Plane &amp; Multi-Tenant Governance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&amp; 5-Hop Cryptographic Context Chain</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A: Pooled Shared Runtime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B (Sovereign Silos) &amp; Pattern C</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Pool (Shared Runtime)</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FinVault (8k Cap) &amp; RetailStream (4k Cap)</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Sovereign Tenant Project</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VPC-SC + IAM PAB + CMEK Kill-Switch + PSC</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Routing hub (Hop 1 &amp; Hop 2 PEP/PDP)</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Central ingress, OBO+DPoP &amp; Discovery Engine Agent Catalog filter</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FinOps observability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Competing B2B Tenants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FinVault (OIDC) &amp; RetailStream (Entra)</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Cross-Pattern Breach Alerts</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Logging &amp; BQ</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OTel &amp;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Agent Identity (2LO/3LO)</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gVisor + temp:tenant_id</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servers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2LO + 3LO OIDC/Entra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FORCE Row-Level Security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Dedicated Silo + Agent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servers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Local Silo 3LO Connectors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CMEK Datastore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AlloyDB, BQ &amp; KMS 423 Lock</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Topology Router &amp; Agent Catalog PDP</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 Rai Filters &amp; SDP PII</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Prefix Cache Savings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Sovereign Silo Guardrails</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 Gemma 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Private GKE or PT Endpoint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IAP Header Strip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Prompt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RFC 8693 OBO + DPoP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Sender-Constrained JWT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Security, OTel &amp; FinOps chargeback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Scoped MCP &amp; RAG</a:t>
            </a:r>
            <a:endParaRPr lang="en-US" sz="420" dirty="0"/>
          </a:p>
        </p:txBody>
      </p:sp>
      <p:sp>
        <p:nvSpPr>
          <p:cNvPr id="149" name="Text 127"/>
          <p:cNvSpPr/>
          <p:nvPr/>
        </p:nvSpPr>
        <p:spPr>
          <a:xfrm>
            <a:off x="5196535"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0" name="Text 128"/>
          <p:cNvSpPr/>
          <p:nvPr/>
        </p:nvSpPr>
        <p:spPr>
          <a:xfrm>
            <a:off x="7295998" y="465978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Air-Gapped Silo RAG</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CMEK-Encrypted State &amp; Tools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Sanitized response with SDP redaction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Route by tenant tier (Pool, Silo or PSC)</a:t>
            </a:r>
            <a:endParaRPr lang="en-US" sz="420" dirty="0"/>
          </a:p>
        </p:txBody>
      </p:sp>
      <p:sp>
        <p:nvSpPr>
          <p:cNvPr id="155" name="Text 133"/>
          <p:cNvSpPr/>
          <p:nvPr/>
        </p:nvSpPr>
        <p:spPr>
          <a:xfrm>
            <a:off x="4964278" y="2980944"/>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OBO + DPoP verification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Header &amp; WAF policies</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Control Plane &amp; Multi-Tenant Governance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Control Plane &amp; Multi-Tenant Governance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Routing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RFC 8693 OBO + DPoP: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FinOps observability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Logging &amp; BQ: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&amp;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Tenant Pool &amp; Dedicated Sovereign Tenant Project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 VPC-SC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MCP servers: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 CMEK Datastore: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Routing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RFC 8693 OBO + DPoP, the request is forwarded to Cloud Run.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Tenant Pool,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Scoped MCP &amp; RAG.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SET LOCAL current_tenant.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Routing hub, while structured OpenTelemetry audit and FinOps spans stream to the Central governance and FinOps observability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Multi-Tenant Agents: Core Challenges, Cryptographic Identity &amp; Token Propagation.</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Identity / Workforce Identity Federation: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Armor &amp; IAP: </a:t>
            </a:r>
            <a:pPr indent="0" marL="0">
              <a:lnSpc>
                <a:spcPct val="118000"/>
              </a:lnSpc>
              <a:buNone/>
            </a:pPr>
            <a:r>
              <a:rPr lang="en-US" sz="790" dirty="0">
                <a:solidFill>
                  <a:srgbClr val="3C4043"/>
                </a:solidFill>
                <a:latin typeface="Arial" pitchFamily="34" charset="0"/>
                <a:ea typeface="Arial" pitchFamily="34" charset="-122"/>
                <a:cs typeface="Arial" pitchFamily="34" charset="-120"/>
              </a:rPr>
              <a:t>Provides edge DDoS protection, WAF rules, and header sanitization on the global External Application Load Balancer.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Audit Logs: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Foundational Component 1: The Four Distinct Identities (ID-1 to ID-4)</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Second, untrusted input now reaches the control path. In deterministic software, user input is passive data that code acts upon. In an agentic system, user input is partly instruction, which makes the model a legitimate attack surface rather than a passive component.</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&amp; 5-Hop Cryptographic Context Chain and Shared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User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authenticated human principal initiating the session, verified and issued by the enterprise IdP.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Agent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platform-issued workload identity—a unique, lifecycle-bound SPIFFE ID backed by an auto-provisioned X.509 certificate—that acts directly as an IAM principal in Principal Access Boundary (PAB) policies, VPC Service Controls, and Cloud Audit Logs.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On-Behalf-Of / Delegated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user-delegated credential allowing the agent to perform actions against external systems strictly within the user’s personal permission envelope.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under Shared Control Plane &amp; Multi-Tenant Governance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MCP servers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MCP servers and Shared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MCP servers: Maximizes blast-radius containment by keeping credentials, service accounts, and data access strictly inside Pattern A: Pooled Shared Runtime.; Shared enterprise tool gateway: Consolidates stateless, non-tenant-specific MCP tools into a central hub project via Private Service Connect.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CS101 operating-system primitives &amp; feature-flagged compensating controls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Across Pooled, Hybrid Bridge, and Sovereign Silo topologies, the shared application runtime maps agentic orchestration onto three deterministic operating-system primitives: Google ADK.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Compensating controls for preview product boundaries: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GAP-01: Hop2RegistryPDP filters catalog discovery predicates by signed JWT tenant_id and prunes unentitled tool schemas in before_agent_callback.; GAP-02: Enforces envelope encryption plus &lt;5s tenant-prefixed Memorystore Valkey SCAN+UNLINK eviction and &lt;60s HTTP 423.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MCP servers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a:t>
            </a:r>
            <a:pPr indent="0" marL="0">
              <a:buNone/>
            </a:pPr>
            <a:r>
              <a:rPr lang="en-US" sz="690" dirty="0">
                <a:solidFill>
                  <a:srgbClr val="3C4043"/>
                </a:solidFill>
                <a:latin typeface="Arial" pitchFamily="34" charset="0"/>
                <a:ea typeface="Arial" pitchFamily="34" charset="-122"/>
                <a:cs typeface="Arial" pitchFamily="34" charset="-120"/>
              </a:rPr>
              <a:t>Deploy Cloud Run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MCP servers: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MCP servers.
</a:t>
            </a:r>
            <a:pPr indent="0" marL="0">
              <a:buNone/>
            </a:pPr>
            <a:r>
              <a:rPr lang="en-US" sz="700" b="1" dirty="0">
                <a:solidFill>
                  <a:srgbClr val="202124"/>
                </a:solidFill>
                <a:latin typeface="Arial" pitchFamily="34" charset="0"/>
                <a:ea typeface="Arial" pitchFamily="34" charset="-122"/>
                <a:cs typeface="Arial" pitchFamily="34" charset="-120"/>
              </a:rPr>
              <a:t>• Shared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Tenant Pool and Dedicated Sovereign Tenant Project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RFC 8693 OBO + DPoP &amp; MCP servers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RFC 8693 OBO + DPoP &amp; MCP servers: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Multi-Tenant Agents: Core Challenges, Cryptographic Identity &amp; Token Propagation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src/ingress/security_middleware.py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def bind_verified_tenant_intent_token(raw_headers: dict, verified_oidc_jwt: dict) -&gt; dict: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1. Strip any client-supplied X-Tenant-ID header to prevent header spoofing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raw_headers.pop("X-Tenant-ID", None)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raw_headers.pop("x-tenant-id", None)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2. Extract cryptographically verified User (ID-1) and Tenant (ID-4) claims from IdP 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user_sub = verified_oidc_jwt["sub"]                 # e.g. "alice@tenant-a.com"</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 verified_oidc_jwt["tenant_id"]          # e.g. "tenant_a"</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org_id = verified_oidc_jwt["organization_id"]       # e.g. "12345678"</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3. Mint short-lived, DPoP-bound Intent Token with immutable tenant scope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return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"iss": "https://gateway.agentengine.goog",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"sub": user_sub,</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"aud": "urn:google:adk:finance-agent-v2",</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tenant_id,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"organization_id": org_id,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"scopes": f"patient/mcp:read tenant:{tenant_id} group:Analyst"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DOC-MT-01: Building Multi-Tenant Agents: Core Challenges, Cryptographic Identity &amp; Token Propagation (DOC-MT-01)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2026-10-28T13:33:58Z</dcterms:created>
  <dcterms:modified xsi:type="dcterms:W3CDTF">2026-10-28T13:33:58Z</dcterms:modified>
</cp:coreProperties>
</file>