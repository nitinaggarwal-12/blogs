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Competing Enterprise Tenants (FinVault vs. RetailStream) &amp; Google Cloud Stack
• Cymbal Multi-Tenant Platform (Control Plane): Operates a shared Incident Diagnostic Agent on Vertex AI Agent Engine (ADK 2.0, Registry &amp; L1–L5 Memory Bank) and Gemini 2.5 Pro, caching a 32,000-token SRE runbook prefix once (90% discount -&gt; 84.7% net token savings).
• FinVault Bank (Regulated Enterprise Tenant): Authenticates via Google Workspace OIDC, provisions a private Gemini 2.5 Pro (Dedicated PT) / Gemma 3 27B regulatory agent (Agent Alpha), receives a 600 RPM / 8,000-token thinking budget, and mandates VPC-SC &amp; Cloud KMS CMEK.
• RetailStream Corp (Standard Commercial Tenant): Authenticates via Microsoft Entra ID OIDC, runs on the pooled Cloud Run v2 &amp; AlloyDB RLS Diagnostic Agent ($42/mo floor) with a 120 RPM / 4,000-token thinking cap, and invokes ServiceNow ITOM via 3LO step-up consent.
• Cryptographic Mutual Invisibility &amp; 80% Shared Stack: Cloud Armor WAF, IAP OBO/DPoP, Memorystore Valkey, Model Armor, Cloud DLP, AlloyDB RLS, and BigQuery OTel run one 80% reusable ADK codebase—blocking cross-tenant probes (HTTP 403) with 0 cross-tenant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ACT III: DETERMINISTIC FAIL-CLOSED CIRCUIT BREAKERS &amp; FEEDBACK LOOP: Workstream 1 Exception &amp; Feedback Loop  •  Fail-Closed Circuit Breakers (HTTP 401/403/422/423/429) + Closed-Loop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ACT III: 3-STAGE TENANT TIER EVOLUTION &amp; ZERO-DOWNTIME PROMOTION: Workstream 1 Tenant Lifecycle  •  Stage 1 Pattern A Pool ($42/mo) → Stage 2 Pattern C 0ms Live Promotion → Stage 3 Pattern B Silo ($1,850/mo)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ACT III: GOOGLE CLOUD WELL-ARCHITECTED SOLUTION PILLARS &amp; SLAs: Workstream 1 Well-Architected Pillars  •  5-Hop Zero-Trust Security + Valkey Bulkheads &amp; 0ms Mobility + 84.7% Token Savings &amp; 80% Code Reuse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1. Shared 5-Hop ADK 2.0 Core Engine (All Patterns): Deploy core-cymbal-agent/ (models.py, runtime_pipeline.py, tenant_profiles.py) once to enforce Hops 1–5 across Pooled, Siloed, and Hybrid tiers with 80% code reuse.
• 2. Proceed to Workstream 2 — Pattern A High-Density Pooled ($42/mo): Provision workstream-2-pattern-a-pooled/2.6-terraform-starter/ and run 2.5-breach-simulation-suite/run_breach_simulations.py (10/10 breach tests PASS).
• 3. Proceed to Workstream 3 — Pattern B Zero-Trust Sovereign Silos ($1,850/mo): Provision workstream-3-pattern-b-siloed/3.6-terraform-silo-blueprint/ (VPC-SC, IAM PAB, CMEK) and run run_silo_security_tests.py (6/6 PASS).
• 4. Proceed to Workstream 4 — Pattern C Dynamic Hybrid PSC &amp; Live Migration: Provision workstream-4-pattern-c-hybrid/4.6-terraform-hybrid-psc-blueprint/ (/28 PSC NAT) and run run_tier_migration_suite.py (4/4 PASS, 0ms lag).
• 5. Proceed to Workstream 5 — Executive Decision Guide &amp; CI/CD Certification: Apply the 2-Question Topology Selector (5.1-pattern-comparison-and-decision-guide.md) and execute scripts/run_deep_forensic_audit.py (12/12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Competing Enterprise Tenants (FinVault vs. RetailStream) &amp;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 Multi-Tenant Platform (Control Plane)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 shared Incident Diagnostic Agent on Vertex AI Agent Engine (ADK 2.0, Registry &amp; L1–L5 Memory Bank) and Gemini 2.5 Pro, caching a 32,000-token SRE runbook prefix once (90% discount -&gt; 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2.0, Registry, L1–L5 Memory) • Gemini 2.5 Pro (32k Prefix Cache)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Immutable 32k System Prefix Cache • 84.7% Net Per-Turn Token Cost Reduction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Platform Control Plane: Cymbal SaaS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(Regulated Enterprise Tenant)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provisions a private Gemini 2.5 Pro (Dedicated PT) / Gemma 3 27B regulatory agent (Agent Alpha), receives a 600 RPM / 8,000-token thinking budget, and mandates VPC-SC &amp; Cloud KMS CMEK.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Dedicated PT / Gemma 3 27B • VPC-SC • Cloud KMS CMEK (finvault-silo-cmek)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($1,850/mo Silo) • 600 RPM • 8,000 Thinking Budget • OCC/IBAN DLP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Regulated Tenant A: FinVault Bank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Commercial Tenant)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on the pooled Cloud Run v2 &amp; AlloyDB RLS Diagnostic Agent ($42/mo floor) with a 120 RPM / 4,000-token thinking cap, and invokes ServiceNow ITOM via 3LO step-up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Cloud Run v2 • Memorystore Valkey • SharePoint &amp; ServiceNow 3LO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($42/mo Pool) • 120 RPM • 4,000 Thinking Budget • PCI-DSS PAN/SSN DLP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Commercial Tenant B: RetailStream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Mutual Invisibility &amp; 80% Shared Stack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WAF, IAP OBO/DPoP, Memorystore Valkey, Model Armor, Cloud DLP, AlloyDB RLS, and BigQuery OTel run one 80% reusable ADK codebase—blocking cross-tenant probes (HTTP 403) with 0 cross-tenant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STS (RFC 8693/9449) • Model Armor • Cloud DLP • AlloyDB RLS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2.0 Codebase • Verified by 20/20 Automated Security &amp; Migration Tests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5-Hop Google Cloud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&amp; Memory ACL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DETERMINISTIC FAIL-CLOSED CIRCUIT BREAKERS &amp; FEEDBACK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Fail-Closed Exception Gates (HTTP 401/403/422/423/429) &amp; Closed-Loop OTel Governance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1–2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OBO/DPoP &amp; 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Clamp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SDP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RLS, CMEK &amp;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Strips spoofed headers;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cross-tenant ARD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probe (HTTP 401/403)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token replay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unauthorized MCP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 (Fail-Closed)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Clamps burst &gt;120/600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RPM (HTTP 429) &amp; caps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4k/8k thinking budget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Blocks injection/NLC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breach (HTTP 400/422)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Closed-Loop Governance: Streams zero-PII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OTel violation &amp; token spans to BigQuery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auto-tune Valkey quotas &amp; SCC threat alerts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Exception &amp; Feedback Loop  •  Fail-Closed Circuit Breakers (HTTP 401/403/422/423/429) + Closed-Loop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EAP PRODUCT GAP REGISTER (GAP-01..05) &amp; COMPENSATING CONTROLS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compensating controls in core-cymbal-agent/ closing all 5 multi-tenant EAP limitations with fail-closed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Identity &amp; Catalog Gates (GAP-01 / GAP-04)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Filters Agent Engine Registry discovery by signed JWT tenant_id (HTTP 403) and normalizes Entra ID OIDC into DPoP tokens with -32042 3LO step-up.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Cryptographic Memory CMEK (GAP-02)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Envelope-encrypts pooled L1–L5 Memory Bank chapters per tenant and enforces &lt;60s HTTP 423 Locked revocation + L1 purge in sovereign silos.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Noisy-Neighbor Bulkheads (GAP-03)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per-tenant RPM token buckets (120 vs. 600 RPM) in Memorystore for Valkey (HTTP 429 Retry-After) plus 4k/8k thinking caps.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Zero-PII FinOps Ledger (GAP-05)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Emits SHA-256 prompt hashes and per-tenant cached/thinking/output token spans via OpenTelemetry to BigQuery chargeback views (F-08 PASS).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3-STAGE TENANT TIER EVOLUTION &amp; ZERO-DOWNTIME PROMOTION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Tenant Lifecycle: Pooled Onboarding → 0ms Live Promotion → Sovereign Silo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Pattern A Pool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Onboarding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2.6 • $42/mo)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 RPM • 4k Cap • 90% Prefix Cache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v2 + Gemini 2.5 Pro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ContextCacheConfig &amp; AlloyDB FORCE RLS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Pattern C Hybrid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Promotion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4.6 • 0ms Cutover)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SHADOW_SYNC → ATOMIC_CUTOVER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Backfill, CMEK Re-Key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Pointer Flip (0 Dropped Turns)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Pattern B Silo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Vault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3.6 • $1,850/mo)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600 RPM • 8k Cap • &lt;60s HTTP 423 CMEK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VPC-SC Project, IAM PAB,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Alpha &amp; Tenant KMS Kill-Switch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Tenant Lifecycle  •  Stage 1 Pattern A Pool ($42/mo) → Stage 2 Pattern C 0ms Live Promotion → Stage 3 Pattern B Silo ($1,850/mo)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GOOGLE CLOUD WELL-ARCHITECTED SOLUTION PILLARS &amp; SLAs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3-Pillar Well-Architected Solution Guarantees: Security, Reliability &amp; FinOps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Zero-Trust 5-Hop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Security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RFC 9449 DPoP &amp; Hop 2 ARD tool catalog ACLs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&amp; egress via Model Armor, Cloud SDP &amp; AlloyDB FORCE RLS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via VPC-SC &amp; &lt;60s HTTP 423 CMEK kill-switch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REL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Live Mobility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Memorystore Valkey token buckets (120 vs 600 RPM)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Clamps per-tier Gemini 2.5 Pro thinking budgets (4k Std vs 8k Ent)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Promotes tenants live via Pattern C SHADOW_SYNC (0ms lag, 0 drops)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84.7% Prefix Cache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&amp; 80% Code Reuse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32k-token Gemini 2.5 Pro prefix cache (90% cache discount)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Cuts 1,000-tenant portfolio TCO by 74% ($313.8k vs $1.85M/mo all-silo)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one 80% Python ADK 2.0 codebase across Terraform 2.6, 3.6 &amp; 4.6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Well-Architected Pillars  •  5-Hop Zero-Trust Security + Valkey Bulkheads &amp; 0ms Mobility + 84.7% Token Savings &amp; 80% Code Reuse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5-Hop ADK 2.0 Core Engine (All Patterns)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core-cymbal-agent/ (models.py, runtime_pipeline.py, tenant_profiles.py) once to enforce Hops 1–5 across Pooled, Siloed, and Hybrid tiers with 80% code reuse.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models.py • tenant_profiles.py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Shared Application Code • Hops 1–5 Enforced Identically Across A, B &amp; C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Deliverable 1: Shared ADK Core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2 — Pattern A High-Density Pooled ($42/mo)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workstream-2-pattern-a-pooled/2.6-terraform-starter/ and run 2.5-breach-simulation-suite/run_breach_simulations.py (10/10 breach tests PASS).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 • 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Pooled Floor • 84.7% Net Token Savings • 10/10 Red-Team Simulations 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Next: WS2 Pattern A (Pooled)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3 — Pattern B Zero-Trust Sovereign Silos ($1,850/mo)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workstream-3-pattern-b-siloed/3.6-terraform-silo-blueprint/ (VPC-SC, IAM PAB, CMEK) and run run_silo_security_tests.py (6/6 PASS).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workstream-3-pattern-b-siloed/3.6-terraform-silo-blueprint/ • run_silo_security_tests.py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Project + VPC-SC + &lt;60s HTTP 423 CMEK Kill-Switch (6/6 PASS)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Next: WS3 Pattern B (Siloed)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4 — Pattern C Dynamic Hybrid PSC &amp; Live Migration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workstream-4-pattern-c-hybrid/4.6-terraform-hybrid-psc-blueprint/ (/28 PSC NAT) and run run_tier_migration_suite.py (4/4 PASS, 0ms lag).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 • run_tier_migration_suite.py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Portfolio TCO Savings • Unidirectional PSC • 0ms Live Tier Promotion (4/4 PASS)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Next: WS4 Pattern C (Hybrid)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5 — Executive Decision Guide &amp; CI/CD Certification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the 2-Question Topology Selector (5.1-pattern-comparison-and-decision-guide.md) and execute scripts/run_deep_forensic_audit.py (12/12 PASS).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workstream-5-wrap-up-and-backlog/5.1-pattern-comparison-and-decision-guide.md • scripts/run_deep_forensic_audit.py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2-Question CISO/CFO Topology Selector + 12/12 Automated CI/CD Forensic Gate PASS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Next: WS5 Decision Guide &amp; Audit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Series Navigation &amp; Deliverable Kit  •  WS1 Reference Baseline → WS2 Pooled ($42/mo) → WS3 Sovereign Silos ($1,850/mo) → WS4 Hybrid PSC → WS5 Decision Guide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2026-10-19T07:09:02Z</dcterms:created>
  <dcterms:modified xsi:type="dcterms:W3CDTF">2026-10-19T07:09:02Z</dcterms:modified>
</cp:coreProperties>
</file>