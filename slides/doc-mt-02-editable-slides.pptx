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Pattern A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FinOps Prefix Caching (84.7% Savings) &amp; Terraform Starter
• 84.7% Net Inference Cost Reduction: By caching the 32,000-token immutable Cymbal SRE runbook in Gemini 2.5 Pro ContextCacheConfig (90% discount), effective billable tokens drop from 34,000 to 5,200 per turn.
• 1-Click Terraform Starter (`2.6-terraform-starter`): Declaratively provisions Cloud Armor WAF policies, Cloud Run v2 ADK workers, Memorystore for Valkey, Cloud KMS CMEK, and the BigQuery OTel billing sink.
• 90-Minute Hands-On Engineering Codelab (`2.4-hands-on-codelab.md`): Guides platform and security engineers through deploying Pattern A, executing all 10 red-team breach tests, and querying the BigQuery FinOps ledger.
• Frictionless Promotion Path to Pattern B/C: Because Pattern A uses the shared 5-hop runtime interface, tenants requiring dedicated VPC-SC silos later upgrade via configuration without agent code rewrites.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Pattern A High-Density Pooled Deployment &amp; FinOps Roadmap: Workstream 2 Pattern A Timeline  •  Terraform 2.6 Starter → 90% Prefix Cache &amp; Valkey → 10/10 Red-Team Certification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Pattern A Pooled Economics, Defense-in-Depth &amp; Quota Governance: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04795" y="4817059"/>
            <a:ext cx="757123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23083" y="4826203"/>
            <a:ext cx="72054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3317" y="5451653"/>
            <a:ext cx="63916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1605" y="5460797"/>
            <a:ext cx="60259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69434" y="4817059"/>
            <a:ext cx="757123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087722" y="4826203"/>
            <a:ext cx="72054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68189" y="5451653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86477" y="5460797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45259" y="5603443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63547" y="5612587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15461" y="3353105"/>
            <a:ext cx="71780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33749" y="3362249"/>
            <a:ext cx="6812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482596" y="2870302"/>
            <a:ext cx="63916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00884" y="2879446"/>
            <a:ext cx="60259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(retailstream only)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and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Header Spoofing • Test 2: Private Agent Probe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1: Spoof stripped (HTTP 401) • Test 2: Agent Alpha discovery blocked (HTTP 403)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3: Cross-Tenant 3LO MCP • Test 10: Step-Up 3LO Consent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3: Cross-tenant MCP blocked (HTTP 403) • Test 10: Step-up 401 -&gt; 200 OK post-consent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4: Prompt Injection • Test 5: Semantic NLC Breach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4: Jailbreak blocked (HTTP 400) • Test 5: OCC regulatory NLC violation blocked (HTTP 422)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 6: Token &amp; RPM Flood • Test 7: Cross-Tenant Memory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6: Clamped to 4k &amp; throttled (HTTP 429) • Test 7: Memory read blocked (PermissionError)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caching the 32,000-token immutable Cymbal SRE runbook in Gemini 2.5 Pro ContextCacheConfig (90% discount), effective billable tokens drop from 34,000 to 5,200 per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• 32k Cached Prefix + 2k Dynamic Tenant Turn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Cuts Input Token Spend by 84.7% While Keeping Tenant Memory 100% Unshared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Prefix Caching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Starter (2.6-terraform-starter)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Declaratively provisions Cloud Armor WAF policies, Cloud Run v2 ADK workers, Memorystore for Valkey, Cloud KMS CMEK, and the BigQuery OTel billing sink.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workstream-2-pattern-a-pooled/2.6-terraform-starter/main.tf &amp; variables.tf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5 Parameterized Variables • Automated Dependency Graph • Zero Manual Console Clicks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Infrastructure as Code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Engineering Codelab (2.4-hands-on-codelab.md)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Guides platform and security engineers through deploying Pattern A, executing all 10 red-team breach tests, and querying the BigQuery FinOps ledger.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workstream-2-pattern-a-pooled/2.4-hands-on-codelab.md • 10 Live CLI Steps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10 Breach Defenses &amp; BigQuery Cost Attribution Queries End-to-End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Developer Enablement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Frictionless Promotion Path to Pattern B/C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Pattern A uses the shared 5-hop runtime interface, tenants requiring dedicated VPC-SC silos later upgrade via configuration without agent code rewrites.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core-cymbal-agent/models.py • TenantProfile (isolation_pattern: POOLED -&gt; SILO)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Scaling into Workstreams 3 &amp; 4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Continuity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Deployment &amp; FinOps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Pooled Multi-Tenant Implementation Timeline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Infra Starter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v2 Pool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+ IAP + Shared Cloud Run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Provisioned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Quota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Valkey Bulkheads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Savings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120/600 RPM Tenant Quotas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Red-Team Gate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Breach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Simulation Suite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Cross-Tenant Attacks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(0 Rows Leaked)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Timeline  •  Terraform 2.6 Starter → 90% Prefix Cache &amp; Valkey → 10/10 Red-Team Certification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Pooled Economics, Defense-in-Depth &amp; Quota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Operating Model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2026-10-18T21:55:02Z</dcterms:created>
  <dcterms:modified xsi:type="dcterms:W3CDTF">2026-10-18T21:55:02Z</dcterms:modified>
</cp:coreProperties>
</file>