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Google Cloud Console receipts backing up that ten-out-of-ten scorecard. On the left, you can see our deployed pooled Cloud Run service and Cloud Logging traces showing live AlloyDB Row-Level Security enforcement and Valkey rate-limit clamping; on the right, the verification cards confirm ninety percent shared prompt cache efficiency with zero cross-tenant data bleed.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Solving the Commercial SaaS Margin Equation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hosts hundreds of Standard Tier–Enterprise Tier commercial tenants inside one shared Google Cloud project (ramp-portal-dev) at a 120 RPM Pooled infrastructure floor.</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Cryptographic Logical Isolation (Zero Physical Sprawl): Instead of spinning up separate VPCs per tenant, Pattern A enforces non-bypassable tenant boundaries across all 5 runtime hops in software.</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10/10 Adversarial Red-Team Attacks Neutralized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Competing tenants FinVault Bank and RetailStream Corp share the exact same Cloud Run v2 workers and AlloyDB cluster with zero cross-tenant data or tool bleed.</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84.7% Net Inference Cost Reduction</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 32,000-token immutable platform runbook is cached once in Gemini 2.5 Pro ContextCacheConfig at a 90% discount, cutting billable input tokens from 34,000 to 5,200 per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-&gt; L2 Figure 1 -&gt; L3 Hops -&gt;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2.0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3LO OAuth</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3LO token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sets AlloyDB RLS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current_tenant_id</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Scoped SQL + 3LO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A ROW ACCESS POLICY</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Dataset: cymbal_agentic_finops_otel.pattern_a_pooled_rls_entities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Policy: ROW ACCESS POLICY tenant_pooled_rls_policy (0 rows leaked)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screenshots/cloud-console/gcp_console_03_bigquery_studio_pattern_a_rls.png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ADK 2.0 POOLED GATEWAY</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Run source editor showing RFC 8693 OBO + DPoP &amp; Hop 2 ARD filter enforcement</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Service: cymbal-multi-tenant-patterns (Cloud Run Source Editor)</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Suite: run_breach_simulations.py — 10/10 Red-Team Vectors Blocked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Bulkheads: 120 vs. 600 RPM • 4k vs. 8k Thinking Tokens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screenshots/cloud-console/gcp_console_01_cloud_run_source_editor.png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VALKEY QUOTA BULKHEADS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 vs. 600 RPM &amp; 4k vs. 8k Thinking Caps</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Throttles noisy-neighbor bursts with HTTP 429 Retry-After so every other pooled tenant keeps its full 120 RPM budget and thinking-token cap.</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2026-10-20T14:59:18Z</dcterms:created>
  <dcterms:modified xsi:type="dcterms:W3CDTF">2026-10-20T14:59:18Z</dcterms:modified>
</cp:coreProperties>
</file>