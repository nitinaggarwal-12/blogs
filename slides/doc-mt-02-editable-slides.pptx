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SaaS MCP and live EC2 execution twin RLS assertions passed across ports 3001 through 3010.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(cymbal-control-plane) at a 120 RPM Pooled infrastructure floor.</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Cryptographic Logical Isolation (Zero Physical Sprawl): Instead of spinning up separate VPCs per tenant, Pattern A enforces non-bypassable tenant boundaries across all 5 runtime hops in software.</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84.7% Net Inference Cost Reduction</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-&gt; L2 Figure 1 -&gt; L3 Hops -&gt;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A ROW ACCESS POLICY</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cymbal_agentic_finops_otel (pattern_a_pooled_rls)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Policy: tenant_pooled_rls_policy (0 rows leaked)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screenshots/cloud-console/gcp_console_03_bigquery_studio_pattern_a_rls.png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ADK POOLED GATEWAY &amp; 10-SAAS MCP</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Run source editor showing RFC 8693 OBO + DPoP, Hop 2 ARD filter &amp; 10-SaaS Pattern A RLS enforcement</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Intra-Cloud: run_breach_simulations.py (10/10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Inter-Cloud: 10/10 Pooled SaaS MCP &amp; :3001..3010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screenshots/cloud-console/gcp_console_01_cloud_run_source_editor.png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BULKHEADS &amp; 10-SAAS RLS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Caps &amp; 10/10 Pooled SaaS MCP Flows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HTTP 429 Retry-After noisy-neighbor bulkheads plus 10/10 Pattern A Inter-Cloud AWS AgentCore MCP &amp; :3001..3010 RLS twin assertions.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2026-10-21T19:22:24Z</dcterms:created>
  <dcterms:modified xsi:type="dcterms:W3CDTF">2026-10-21T19:22:24Z</dcterms:modified>
</cp:coreProperties>
</file>