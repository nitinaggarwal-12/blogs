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Privacy- Preserving OTel &amp;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Claude 3.7</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&amp;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Architecture Selector: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Privacy- Preserving OTel &amp;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Privacy- Preserving OTel &amp;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Garden: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Service Controls: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Agent Analytics: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1. Build: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Supports Google ADK 2.0 alongside third-party agent frameworks. Integrates frontier Gemini models and open-weight models via Model Garden, coupled with open standard protocols.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2. Scale: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3. Govern: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cloud_run_adk_verify.py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2026-10-16T04:37:42Z</dcterms:created>
  <dcterms:modified xsi:type="dcterms:W3CDTF">2026-10-16T04:37:42Z</dcterms:modified>
</cp:coreProperties>
</file>