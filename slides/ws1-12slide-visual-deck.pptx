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86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401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086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1508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67228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98748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67228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57216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80076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25796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57316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25796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15784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38644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84364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15884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84364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74352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97212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742932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74452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742932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 (Native Table)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DrawingML audit tables: Direct comparison of query results before vs. after 5-Hop Row-Level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UNPROTECTED CONNECTION (CROSS-TENANT LEAK)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Query: SELECT entity_id, tenant_id, portfolio, settlement_usd FROM global_tx;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STATUS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RS-ORD-401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 Checkout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$48,900,000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DATA LEAK ⚠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AUDIT VULNERABILITY: Competitor retailstream rows visible to caller.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30936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5-HOP ALLOYDB RLS ENFORCEMENT (ISOLATED)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9224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Enforced: SET app.current_tenant = 'finvault'; SELECT ... FROM global_tx;</a:t>
            </a:r>
            <a:endParaRPr lang="en-US" sz="8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RLS VERDICT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[FILTERED]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[0 ROWS RETURNED]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$0.00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BLOCKED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49224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RLS SECURITY: 0 cross-tenant rows returned across 10,000 queries.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48640" y="480060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493776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penetration testing across 10,000 synthetic reasoning turns, AlloyDB PostgreSQL Row-Level Security (RLS) coupled with Cloud KMS signed TenantContext session variable binding mathematically guaranteed that cross-tenant queries returned zero records with sub-millisecond execution latency.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2336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02336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2011680"/>
            <a:ext cx="6309360" cy="2011680"/>
          </a:xfrm>
          <a:prstGeom prst="roundRect">
            <a:avLst>
              <a:gd name="adj" fmla="val 3636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194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40280" y="4206240"/>
            <a:ext cx="274320" cy="731520"/>
          </a:xfrm>
          <a:prstGeom prst="downArrow">
            <a:avLst/>
          </a:prstGeom>
          <a:solidFill>
            <a:srgbClr val="4285F4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1560" y="35661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92424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83864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95344" y="3566160"/>
            <a:ext cx="155448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36208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27648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39128" y="3566160"/>
            <a:ext cx="155448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373368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79992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71432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71432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582912" y="3566160"/>
            <a:ext cx="155448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17152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13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 — Multi-Tenant Telemetry &amp; Metrics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23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2026-10-30T22:19:50Z</dcterms:created>
  <dcterms:modified xsi:type="dcterms:W3CDTF">2026-10-30T22:19:50Z</dcterms:modified>
</cp:coreProperties>
</file>