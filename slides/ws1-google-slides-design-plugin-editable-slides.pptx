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Competing Enterprise Tenants (FinVault vs. RetailStream) &amp; Google Cloud Stack
• Cymbal Multi-Tenant Platform (Control Plane): Operates a shared Incident Diagnostic Agent on Vertex AI Agent Engine (ADK 2.0, Registry &amp; L1–L5 Memory Bank) and Gemini 2.5 Pro, caching a 32,000-token SRE runbook prefix once (90% discount -&gt; 84.7% net token savings).
• FinVault Bank (Regulated Enterprise Tenant): Authenticates via Google Workspace OIDC, provisions a private Gemini 2.5 Pro (Dedicated PT) / Gemma 3 27B regulatory agent (Agent Alpha), receives a 600 RPM / 8,000-token thinking budget, and mandates VPC-SC &amp; Cloud KMS CMEK.
• RetailStream Corp (Standard Commercial Tenant): Authenticates via Microsoft Entra ID OIDC, runs on the pooled Cloud Run v2 &amp; AlloyDB RLS Diagnostic Agent ($42/mo floor) with a 120 RPM / 4,000-token thinking cap, and invokes ServiceNow ITOM via 3LO step-up consent.
• Cryptographic Mutual Invisibility &amp; 80% Shared Stack: Cloud Armor WAF, IAP OBO/DPoP, Memorystore Valkey, Model Armor, Cloud DLP, AlloyDB RLS, and BigQuery OTel run one 80% reusable ADK codebase—blocking cross-tenant probes (HTTP 403) with 0 cross-tenant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Gemini 2.5 Pro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WS1 • Hop 1 Spoofed Header Stripping &amp; OBO + DPoP Context Minting: Workstream 1 Hop 1 Identity Gate  •  Strips Spoofed Headers &amp; Mints Sender-Constrained TenantContext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WS1 • 5-Actor UML Sequence: End-to-End 5-Hop Request Lifecycle (Steps 1–6): Workstream 1 5-Hop Sequence  •  Chronological Execution Across Edge STS, ARD/Memory, Model Armor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WS1 • ACT III: DETERMINISTIC FAIL-CLOSED CIRCUIT BREAKERS &amp; FEEDBACK LOOP: Workstream 1 Exception &amp; Feedback Loop  •  Fail-Closed Circuit Breakers (HTTP 401/403/422/423/429) + Closed-Loop BigQuery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Compensating Controls for EAP Product Gaps (GAP-01..05)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WS1 • ACT III: PHASED IMPLEMENTATION &amp; CERTIFICATION TIMELINE: Workstream 1 Rollout Timeline  •  Phase 1 (5-Hop Core) → Phase 2 (GAP-01..05 Controls) → Phase 3 (20/20 Certification)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WS1 • ACT III: DAY-2 PLATFORM ENGINEERING OPERATING MODEL &amp; RACI SLAs: Workstream 1 Day-2 Operating Model  •  Security &amp; IAM Ownership + Agent Runtime SRE + FinOps &amp; 20/20 CI/CD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1. Shared 5-Hop ADK 2.0 Core Engine (All Patterns): Deploy core-cymbal-agent/ (models.py, runtime_pipeline.py, tenant_profiles.py) once to enforce Hops 1–5 across Pooled, Siloed, and Hybrid tiers with 80% code reuse.
• 2. Proceed to Workstream 2 — Pattern A High-Density Pooled ($42/mo): Provision workstream-2-pattern-a-pooled/2.6-terraform-starter/ and run 2.5-breach-simulation-suite/run_breach_simulations.py (10/10 breach tests PASS).
• 3. Proceed to Workstream 3 — Pattern B Zero-Trust Sovereign Silos ($1,850/mo): Provision workstream-3-pattern-b-siloed/3.6-terraform-silo-blueprint/ (VPC-SC, IAM PAB, CMEK) and run run_silo_security_tests.py (6/6 PASS).
• 4. Proceed to Workstream 4 — Pattern C Dynamic Hybrid PSC &amp; Live Migration: Provision workstream-4-pattern-c-hybrid/4.6-terraform-hybrid-psc-blueprint/ (/28 PSC NAT) and run run_tier_migration_suite.py (4/4 PASS, 0ms lag).
• 5. Proceed to Workstream 5 — Executive Decision Guide &amp; CI/CD Certification: Apply the 2-Question Topology Selector (5.1-pattern-comparison-and-decision-guide.md) and execute scripts/run_deep_forensic_audit.py (12/12 PASS).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Challenge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Provisioning dedicated cloud projects for $500/month commercial tenants erodes SaaS gross margins, whereas naive shared runtimes expose cross-tenant tool, memory, and quota surfaces.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Four Agentic Threat Vectors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Unlike deterministic CRUD applications, autonomous ADK agents dynamically discover MCP tools, persist episodic Memory Bank state, share prompt caches, and consume variable reasoning tokens.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Topologies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(High-Density Pooled), Pattern B (Zero-Trust Sovereign Silos), and Pattern C (Dynamic Hybrid PSC Spokes) reuse 80% of the same Python ADK 2.0 application codebase.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Five-Hop Cryptographic Defense-in-Depth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agent turn enforces verified tenant context across Edge OBO/DPoP (Hop 1), Registry Discovery (Hop 2), Memory &amp; Quotas (Hop 3), Model Armor/SDP (Hop 4), and AlloyDB RLS (Hop 5).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Master #78 Blueprint, Zones &amp; Request Flow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Unveils the 56-shape Google Cloud Architecture Center (#78) diagram, decomposes 3 trust zones, transforms OBO/DPoP wire payloads &amp; traces 5-actor UML.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Rollout Roadmap, Day-2 RACI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Charts the 3-phase rollout timeline (Weeks 1–10), assigns Security/SRE/FinOps Day-2 RACI SLAs, and maps runnable deliverables across Workstreams 1–5.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Competing Enterprise Tenants (FinVault vs. RetailStream) &amp; Google Cloud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Cymbal Multi-Tenant Platform (Control Plane)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Operates a shared Incident Diagnostic Agent on Vertex AI Agent Engine (ADK 2.0, Registry &amp; L1–L5 Memory Bank) and Gemini 2.5 Pro, caching a 32,000-token SRE runbook prefix once (90% discount -&gt; 84.7% net token savings).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2.0, Registry, L1–L5 Memory) • Gemini 2.5 Pro (32k Prefix Cache)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Immutable 32k System Prefix Cache • 84.7% Net Per-Turn Token Cost Reduction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Platform Control Plane: Cymbal SaaS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(Regulated Enterprise Tenant)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Google Workspace OIDC, provisions a private Gemini 2.5 Pro (Dedicated PT) / Gemma 3 27B regulatory agent (Agent Alpha), receives a 600 RPM / 8,000-token thinking budget, and mandates VPC-SC &amp; Cloud KMS CMEK.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Workspace OIDC • Dedicated PT / Gemma 3 27B • VPC-SC • Cloud KMS CMEK (finvault-silo-cmek)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ENTERPRISE ($1,850/mo Silo) • 600 RPM • 8,000 Thinking Budget • OCC/IBAN DLP Masking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Regulated Tenant A: FinVault Bank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 (Standard Commercial Tenant)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Microsoft Entra ID OIDC, runs on the pooled Cloud Run v2 &amp; AlloyDB RLS Diagnostic Agent ($42/mo floor) with a 120 RPM / 4,000-token thinking cap, and invokes ServiceNow ITOM via 3LO step-up consent.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Microsoft Entra ID OIDC • Cloud Run v2 • Memorystore Valkey • SharePoint &amp; ServiceNow 3LO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STANDARD ($42/mo Pool) • 120 RPM • 4,000 Thinking Budget • PCI-DSS PAN/SSN DLP Masking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Commercial Tenant B: RetailStream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Mutual Invisibility &amp; 80% Shared Stack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WAF, IAP OBO/DPoP, Memorystore Valkey, Model Armor, Cloud DLP, AlloyDB RLS, and BigQuery OTel run one 80% reusable ADK codebase—blocking cross-tenant probes (HTTP 403) with 0 cross-tenant rows.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Armor • IAP STS (RFC 8693/9449) • Model Armor • Cloud DLP • AlloyDB RLS • BigQuery OTel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Identical Python ADK 2.0 Codebase • Verified by 20/20 Automated Security &amp; Migration Tests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Unified 5-Hop Google Cloud Stack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When to Choose Pattern A ($42/mo)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commercial B2B SaaS tiers requiring 90% shared 32k prefix cache savings and transactional AlloyDB FORCE ROW LEVEL SECURITY.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When to Choose Pattern B ($1,850/mo)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banking, healthcare &amp; public-sector tenants mandating a 1:1 GCP project, VPC Service Controls, IAM PAB &amp; &lt;60s CMEK kill-switch.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When to Choose Pattern C (74% Savings)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Multi-tier SaaS portfolios co-hosting 85–95% Standard tenants in the pool and 5–15% Enterprise tenants in PSC spokes with 0ms live upgrades.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80/20 Unified Codebase Invariant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Python ADK 2.0 5-hop pipeline (runtime_pipeline.py), parameterizing only 20% Terraform modules (2.6/3.6/4.6).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Side-by-Side Architectural Options, Selection Rules &amp; Google Cloud Stack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201107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19395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54834" y="2885846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73122" y="2894990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Hop 1 Spoofed Header Stripping &amp; OBO + DPoP Context Minting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 &lt;jwt&gt;"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Exchange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9449 DPoP JKT Bind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Sealed Immutable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"sha256:9f86d081",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 "VERIFIED_HOP_1"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Hop 1 Identity Gate  •  Strips Spoofed Headers &amp; Mints Sender-Constrained TenantContext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5-Actor UML Sequence: End-to-End 5-Hop Request Lifecycle (Steps 1–6)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OBO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DPoP → Mint Sealed TenantContext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catalog &amp; scope L1–L5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namespace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• Scoped Agent &amp; Memory ACL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screens prompt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 Model Armor &amp; hits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session &amp; exchanges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OAuth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5-Hop Sequence  •  Chronological Execution Across Edge STS, ARD/Memory, Model Armor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III: DETERMINISTIC FAIL-CLOSED CIRCUIT BREAKERS &amp; FEEDBACK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Fail-Closed Exception Gates (HTTP 401/403/422/423/429) &amp; Closed-Loop OTel Governance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1–2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OBO/DPoP &amp; 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 Clamp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 SDP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RLS, CMEK &amp; OTel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Strips spoofed headers;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cross-tenant ARD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tool probe (HTTP 401/403)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Rejects token replay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 unauthorized MCP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 (Fail-Closed)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Clamps burst &gt;120/600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RPM (HTTP 429) &amp; caps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4k/8k thinking budget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Blocks injection/NLC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breach (HTTP 400/422)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revoked CMEK (HTTP 423)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Closed-Loop Governance: Streams zero-PII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OTel violation &amp; token spans to BigQuery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auto-tune Valkey quotas &amp; SCC threat alerts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Exception &amp; Feedback Loop  •  Fail-Closed Circuit Breakers (HTTP 401/403/422/423/429) + Closed-Loop BigQuery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EAP PRODUCT GAP REGISTER (GAP-01..05) &amp; COMPENSATING CONTROLS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Compensating Controls for EAP Product Gaps (GAP-01..05)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Production compensating controls in core-cymbal-agent/ closing all 5 multi-tenant EAP limitations with fail-closed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880360"/>
                <a:gridCol w="3886200"/>
                <a:gridCol w="27276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 ID &amp; Component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Current Preview / EAP Limitation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Production Compensating Control (core-cymbal-agent/)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Verification Gate &amp; Target GA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GAP-01 (Hop 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Agent Engine Registry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lacks native per-tenant IAM condition predicates on ListAgents discovery calls.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Hop2AgentRegistryDiscovery.filter_ard_catalog validates signed JWT tenant_id against visibility metadata before LLM tool binding.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2 PASS (HTTP 403 on cross-tenant Agent Alpha discovery)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GAP-02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Memory Bank CMEK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Vertex AI Memory Bank supports project-level CMEK rather than distinct per-tenant KMS keys in one shared pool.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Pattern A applies envelope encryption via tenant KMS keys; Pattern B isolates each tenant in a dedicated CMEK project (HTTP 423).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WS3 Tests 4A/4B/6 PASS (HTTP 423 Locked &lt;60s on key disable)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GAP-03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Per-Tenant Rate Quotas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quota system enforces regional project-level RPM/TPM limits rather than native per-tenant sub-quotas.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Hop3RuntimeAndMemory enforces atomic per-tenant token-bucket RPM limits in Memorystore for Valkey (120 vs. 600 RPM) + thinking_budget clamps.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6 PASS (HTTP 429 on 500-RPM flood; budget clamped to 4k)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GAP-04 (Hop 1/2)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Multi-IdP 3LO Broker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External Microsoft Entra ID OIDC tokens require custom claims normalization and step-up consent for downstream MCP tools.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 Edge STS normalizes Entra ID tid/sub claims into DPoP-bound TenantSecurityContext with -32042 step-up 3LO elicitation.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10 PASS (HTTP 401 step-up challenge -&gt; 200 OK ServiceNow)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GAP-05 (Hop 5)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Zero-PII Token Billing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Billing exports aggregate Vertex AI SKU charges by GCP project rather than individual logical SaaS tenant_id.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Hop5DataAndFinOps emits zero-PII OpenTelemetry spans (cached_tokens, thinking_tokens, output_tokens) to BigQuery chargeback ledger.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Forensic Check F-08 PASS (3 billing SQL models verified in BigQuery) • Target GA: Q1 2027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Identity &amp; Catalog Gates (GAP-01 / GAP-04)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Filters Agent Engine Registry discovery by signed JWT tenant_id (HTTP 403) and normalizes Entra ID OIDC into DPoP tokens with -32042 3LO step-up.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Cryptographic Memory CMEK (GAP-02)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Envelope-encrypts pooled L1–L5 Memory Bank chapters per tenant and enforces &lt;60s HTTP 423 Locked revocation + L1 purge in sovereign silos.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Noisy-Neighbor Bulkheads (GAP-03)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atomic per-tenant RPM token buckets (120 vs. 600 RPM) in Memorystore for Valkey (HTTP 429 Retry-After) plus 4k/8k thinking caps.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Zero-PII FinOps Ledger (GAP-05)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Emits SHA-256 prompt hashes and per-tenant cached/thinking/output token spans via OpenTelemetry to BigQuery chargeback views (F-08 PASS).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cymbal-pooled-prod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cymbal-pooled-prod (#638420508320) &amp; cymbal-build-sandbox (#887605034827).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III: PHASED IMPLEMENTATION &amp; CERTIFICATION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6-Week Reference Architecture Rollout &amp; 20/20 Certification Roadmap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5-Hop Core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Identity Context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Registry Gate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8693 OBO + DPoP &amp; Hop 2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Catalog Filter Live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Guardrails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RLS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GAP-01..05 Controls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3–4)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4 Model Armor + Cloud SDP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AlloyDB RLS Enforced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Certification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3-Pattern Taxonomy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20/20 Audit Pass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5–6)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Patterns A, B &amp; C Certified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3 Live GCP Projects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Rollout Timeline  •  Phase 1 (5-Hop Core) → Phase 2 (GAP-01..05 Controls) → Phase 3 (20/20 Certification)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III: DAY-2 PLATFORM ENGINEERING OPERATING MODEL &amp; RACI SLAs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3-Pillar Day-2 Platform Ownership, SRE Reliability &amp; FinOps Governance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Cloud Security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IAM Platform Team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Owns Cloud Armor L7 WAF rules, IAP OIDC &amp; IAM STS (RFC 8693/9449)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Governs VPC-SC perimeters, IAM PAB &amp; Cloud KMS CMEK key rotation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&lt;60s HTTP 423 CMEK revocation &amp; SCC threat response SLAs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SRE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Agent Runtime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Data Reliability SRE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Operates ADK 2.0 runtime_pipeline.py (80% shared core) &amp; ARD ACLs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Valkey (120/600 RPM) &amp; AlloyDB RLS policies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Pattern C 3-phase SHADOW_SYNC live migrations (0ms lag)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FinOps, Billing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CI/CD Release Gate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Audits Gemini 2.5 Pro 32k prefix cache hit ratio (&gt;88% target SLA)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Reconciles zero-PII BigQuery OTel token &amp; SKU chargeback ledgers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Gates every PR merge on 12/12 forensic &amp; 20/20 simulation checks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Day-2 Operating Model  •  Security &amp; IAM Ownership + Agent Runtime SRE + FinOps &amp; 20/20 CI/CD Governance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5-Hop ADK 2.0 Core Engine (All Patterns)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core-cymbal-agent/ (models.py, runtime_pipeline.py, tenant_profiles.py) once to enforce Hops 1–5 across Pooled, Siloed, and Hybrid tiers with 80% code reuse.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core-cymbal-agent/runtime_pipeline.py • models.py • tenant_profiles.py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Shared Application Code • Hops 1–5 Enforced Identically Across A, B &amp; C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Deliverable 1: Shared ADK Core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2 — Pattern A High-Density Pooled ($42/mo)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workstream-2-pattern-a-pooled/2.6-terraform-starter/ and run 2.5-breach-simulation-suite/run_breach_simulations.py (10/10 breach tests PASS).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workstream-2-pattern-a-pooled/2.6-terraform-starter/ • run_breach_simulations.py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Pooled Floor • 84.7% Net Token Savings • 10/10 Red-Team Simulations PASS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Next: WS2 Pattern A (Pooled)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3 — Pattern B Zero-Trust Sovereign Silos ($1,850/mo)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workstream-3-pattern-b-siloed/3.6-terraform-silo-blueprint/ (VPC-SC, IAM PAB, CMEK) and run run_silo_security_tests.py (6/6 PASS).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workstream-3-pattern-b-siloed/3.6-terraform-silo-blueprint/ • run_silo_security_tests.py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Dedicated Project + VPC-SC + &lt;60s HTTP 423 CMEK Kill-Switch (6/6 PASS)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Next: WS3 Pattern B (Siloed)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4 — Pattern C Dynamic Hybrid PSC &amp; Live Migration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workstream-4-pattern-c-hybrid/4.6-terraform-hybrid-psc-blueprint/ (/28 PSC NAT) and run run_tier_migration_suite.py (4/4 PASS, 0ms lag).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workstream-4-pattern-c-hybrid/4.6-terraform-hybrid-psc-blueprint/ • run_tier_migration_suite.py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74% Portfolio TCO Savings • Unidirectional PSC • 0ms Live Tier Promotion (4/4 PASS)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Next: WS4 Pattern C (Hybrid)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5 — Executive Decision Guide &amp; CI/CD Certification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Apply the 2-Question Topology Selector (5.1-pattern-comparison-and-decision-guide.md) and execute scripts/run_deep_forensic_audit.py (12/12 PASS).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workstream-5-wrap-up-and-backlog/5.1-pattern-comparison-and-decision-guide.md • scripts/run_deep_forensic_audit.py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2-Question CISO/CFO Topology Selector + 12/12 Automated CI/CD Forensic Gate PASS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Next: WS5 Decision Guide &amp; Audit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Series Navigation &amp; Deliverable Kit  •  WS1 Reference Baseline → WS2 Pooled ($42/mo) → WS3 Sovereign Silos ($1,850/mo) → WS4 Hybrid PSC → WS5 Decision Guide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Reference Taxonomy &amp; 5-Hop Governance (Workstream 1)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2026-10-19T06:46:37Z</dcterms:created>
  <dcterms:modified xsi:type="dcterms:W3CDTF">2026-10-19T06:46:37Z</dcterms:modified>
</cp:coreProperties>
</file>