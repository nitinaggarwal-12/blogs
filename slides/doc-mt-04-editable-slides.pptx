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Multi-Tier SaaS Serving Both Pooled Standard &amp; Sovereign Enterprise
• Standard Commercial Tier Profile (RetailStream Baseline): Authenticates via Microsoft Entra ID, runs in the shared Pattern A pool with a 4,000-token thinking cap, and shares an AlloyDB RLS cluster ($42/mo).
• Regulated Enterprise Tier Profile (FinVault Spoke): Authenticates via Google Workspace, invokes private Agent Alpha with an 8,000-token budget, and mandates a dedicated CMEK-encrypted spoke project ($1,850/mo).
• Why Maintaining Two Separate Products Fails: Operating disconnected Pooled and Siloed platforms doubles CI/CD maintenance, fragments the URL/API surface, and forces offline downtime when customers upgrade tiers.
• The Pattern C Solution (Route Isolation, Not Product Duplication): Centralizes identity, WAF, and routing in a shared Hub while dynamically dispatching execution to the shared pool or dedicated PSC spokes.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Hub-and-Spoke Control Plane &amp; Private Service Connect (PSC)
• Central Ingress &amp; Routing Hub (`cymbal-hybrid-hub-prod`): Hosts the Global External ALB, Cloud Armor WAF, IAP OIDC verifier, Cross-Project Agent Registry, and Firestore Tenant Routing Table.
• Consumer PSC Endpoint in the Hub (`10.10.0.50`): The Hub VPC (`10.10.0.0/20`) binds an internal Private Service Connect forwarding rule directly to each Enterprise tenant’s spoke ServiceAttachment URI.
• Producer ServiceAttachment in Each Spoke (`ACCEPT_MANUAL`): Each Enterprise spoke project exposes its private Cloud Run / GKE agent runtime via a `/24` PSC NAT subnet (`10.40.240.0/24`) whitelisting only the Hub project.
• Zero CIDR Overlap &amp; Unidirectional Security: Because PSC performs source NAT at the attachment boundary, all 1,000+ Enterprise spokes can reuse identical `10.40.0.0/20` VPC CIDRs and can never initiate reverse connections into the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WS4 • Pattern C Hub-and-Spoke Control Plane &amp; Unidirectional PSC Topology: Workstream 4 Pattern C Dynamic Hybrid  •  Shared Hub Control Plane + Unidirectional PSC Spokes + 0ms Live Cutover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WS4 • 5-Actor UML Sequence: Zero-Downtime Live Tier Upgrade (Standard → PSC): Workstream 4 Pattern C Sequence  •  SHADOW_SYNC → CMEK Re-Key → 0ms Atomic Firestore Flip → Drain &amp; Purge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WS4 • Pattern C Zero-Downtime Tenant Promotion (Standard Pool → PSC Spoke): Workstream 4 Pattern C Hybrid Tiering  •  Zero-Downtime Promotion from Shared Pool to Dedicated PSC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ACT III: UNIDIRECTIONAL PRIVATE SERVICE CONNECT &amp; LIVE CUTOVER LOOP: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4 • Pattern C — Dynamic Hybrid, PSC &amp; Live Tier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WS4 • ACT III: PATTERN C ZERO-DOWNTIME LIVE TIER MIGRATION TIMELINE: Workstream 4 Pattern C Timeline  •  Phase 1 SHADOW_SYNC → Phase 2 ATOMIC_CUTOVER (0ms) → Phase 3 DRAIN_AND_VERIFY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WS4 • ACT III: PATTERN C BLENDED FINOPS, PSC &amp; LIVE MOBILITY MODEL: Workstream 4 Pattern C Operating Model  •  74% Portfolio Savings + Unidirectional PSC + 0ms Live Tier Mobility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Route Isolation Instead of Duplicating Products: Serve every customer tier behind one unified SaaS domain and control plane while dispatching requests dynamically to pooled or sovereign boundaries.
• Bind Tier Routing Strictly to Cryptographic Identity: Derive routing decisions exclusively from the Hop 1 OBO/DPoP token and Firestore routing table so callers can never spoof headers to access Enterprise spokes.
• Scale to 1,000+ Enterprise Spokes with Private Service Connect: NAT-based PSC ServiceAttachments eliminate VPC peering quotas, allow identical spoke CIDRs (`10.40.0.0/20`), and enforce one-way hub-to-spoke calls.
• Turn Tier Upgrades into a Zero-Downtime Self-Service Feature: Use the 3-phase migration state machine (`SHADOW_SYNC` → `ATOMIC_CUTOVER` → `DRAIN_AND_VERIFY`) to promote live sessions without dropping a single turn.
• Isolate Runtime Profile State per Instance: Deep-copy tenant routing profiles per engine instance (`F-09`) so dynamic tier promotions never cause cross-tenant configuration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Unified SaaS Front Door for Every Tier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fronts both Standard pooled tenants ($42/mo) and regulated Enterprise sovereign spokes ($1,850/mo) behind a single Global Application Load Balancer URL.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Tier Lookup &amp; Dispatch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Armor, IAP, and the Cloud Run Hybrid Router inspect the verified OBO/DPoP identity token, query the Firestore routing table, and dispatch traffic per tenant tier.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Bridges: Enterprise requests traverse NAT-based PSC endpoints (10.10.0.50) into dedicated spoke projects (ServiceAttachment) with zero VPC peering or IP overlap.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Zero-Downtime Live Tier Migration (SHADOW_SYNC → ATOMIC_CUTOVER → DRAIN_AND_VERIFY): Promotes a live Standard tenant into a dedicated Enterprise PSC spoke mid-conversation without dropping a single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Rollout Roadmap, Day-2 RACI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 the 3-phase rollout timeline (Weeks 1–10), assigns Security/SRE/FinOps Day-2 RACI SLAs, and maps runnable deliverables across Workstreams 1–5.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Lower Blended Portfolio Cloud Spend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950 Standard tenants in the shared pool and 50 regulated Enterprise tenants in dedicated PSC spokes ($132k vs. $510k/mo).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• Portfolio FinOps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Active Session Interruption During Tier Upgrade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dual-read/dual-write backfill, transactional AlloyDB RLS-to-CMEK cutover, and atomic Firestore routing table flip.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Tier Migration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4/4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 &amp; PSC Routing Gates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Standard-to-Enterprise live promotion for RetailStream Corp with zero global state bleed across concurrent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4.5 Tier Migration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1-Way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Unidirectional Private Service Connect (PSC)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router forwards traffic to Enterprise spoke service attachments (10.10.0.50 -&gt; /24 NAT) with zero reverse spoke-to-hub path.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 Spokes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Multi-Tier SaaS Serving Both Pooled Standard &amp; Sovereign Enterprise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Commercial Tier Profile (RetailStream Baseline)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ID, runs in the shared Pattern A pool with a 4,000-token thinking cap, and shares an AlloyDB RLS cluster ($42/mo).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Route: pool://cymbal-shared-pooled-runtime-v2 • AlloyDB RLS • 90% Prefix Cache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STANDARD • 120 RPM • 4,000 Thinking Tokens • $42/mo Unit Cost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Pooled Tier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Tier Profile (FinVault Spoke)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Workspace, invokes private Agent Alpha with an 8,000-token budget, and mandates a dedicated CMEK-encrypted spoke project ($1,850/mo).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Route: psc://finvault-agent-spoke-psc • Dedicated VPC-SC &amp; CMEK Vault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ENTERPRISE • 600 RPM • 8,000 Thinking Tokens • $1,850/mo Dedicated SLA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Sovereign Spoke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Why Maintaining Two Separate Products Fails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Operating disconnected Pooled and Siloed platforms doubles CI/CD maintenance, fragments the URL/API surface, and forces offline downtime when customers upgrade tiers.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Single 80% Reusable ADK 2.0 Codebase • Unified Public Domain &amp; OAuth Redirects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Eliminates Dual-Product Engineering Overhead &amp; Customer Re-Onboarding Friction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Product Fragmentation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Pattern C Solution (Route Isolation, Not Product Duplication)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identity, WAF, and routing in a shared Hub while dynamically dispatching execution to the shared pool or dedicated PSC spokes.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Firestore Per-Tenant Routing Metadata (isolation_pattern, target_endpoint)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Turns Standard -&gt; Enterprise Upsells into an Instant Software-Defined Flip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Frictionless Revenue Expansion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Hub-and-Spoke Control Plane &amp; Private Service Connect (PSC)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Central Ingress &amp; Routing Hub (cymbal-hybrid-hub-prod)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the Global External ALB, Cloud Armor WAF, IAP OIDC verifier, Cross-Project Agent Registry, and Firestore Tenant Routing Table.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VPC: cymbal-pattern-c-hub-vpc (10.10.0.0/20) • Cloud Run Hybrid Router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Sub-2ms Tier Lookup in Firestore • Enforces Hop 1 OBO/DPoP &amp; Hop 2 Catalog Filter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Zone 1: Central Routing Hub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 in the Hub (10.10.0.50)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Hub VPC (10.10.0.0/20) binds an internal Private Service Connect forwarding rule directly to each Enterprise tenant’s spoke ServiceAttachment URI.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google_compute_address (10.10.0.50) + google_compute_forwarding_rule (PSC Consumer)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Private Layer-4/7 Tunnel Across Project Boundaries Without Public IP Exposure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Consumer PSC Endpoint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Producer ServiceAttachment in Each Spoke (ACCEPT_MANUAL)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spoke project exposes its private Cloud Run / GKE agent runtime via a /24 PSC NAT subnet (10.40.240.0/24) whitelisting only the Hub project.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google_compute_service_attachment (connection_preference = 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Explicitly Whitelists Only cymbal-hybrid-hub-prod (Connection Limit = 10)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 Attachment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CIDR Overlap &amp; Unidirectional Security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PSC performs source NAT at the attachment boundary, all 1,000+ Enterprise spokes can reuse identical 10.40.0.0/20 VPC CIDRs and can never initiate reverse connections into the Hub.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PSC NAT Subnet (cymbal-psc-nat-us-west1 / 10.40.240.0/24) • Identical Spoke CIDRs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Bypasses 25-Peer VPC Peering Quota &amp; Guarantees One-Way Hub -&gt; Spoke Traffic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Infinite Spoke Scalability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Side-by-Side Architectural Options, Selection Rules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Hub-and-Spoke Control Plane &amp; Unidirectional PSC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INGRESS HUB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SaaS Control Plane)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850 Standard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($42/mo Pooled Path)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Enterprise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(Live Tier Upgrade)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150 Enterprise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($1,850/mo Spoke Path)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Global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Anycast URL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Tier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Lookup (0ms)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TIER ROUTING ENGINE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(Hub VPC + /28 PSC NAT)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Tier Router &amp; Migration Coordinator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Atomic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Routing Table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Dual-Write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Migrator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/28 NAT Subnet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Producer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Transitive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Peering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SPOKE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(Customer-Owned Producer Project)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 (ACCEPT_SELECTED) &amp; Internal ALB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Spoke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Spoke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Spoke Agent Engine &amp; Isolated Memory Bank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Customer-CMEK AlloyDB Vault &amp; Spoke MCP Servers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Dynamic Hybrid  •  Shared Hub Control Plane + Unidirectional PSC Spokes + 0ms Live Cutover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46497" y="3365906"/>
            <a:ext cx="747065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64785" y="3375050"/>
            <a:ext cx="7104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28570" y="5468112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46858" y="5477256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30698" y="4833518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48986" y="4842662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21915" y="2885846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40203" y="2894990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6876" y="2094890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5164" y="2104034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5-Actor UML Sequence: Zero-Downtime Live Tier Upgrade (Standard → 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SRE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Admin / SRE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Tier Router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Coordinator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(Pattern A)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(Pattern C)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Admin triggers live tier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 for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→ Enterprise)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 /tier/promote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Coordinator initiates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dual-write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Pool to PSC Spoke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 Dual-Write Sync → Stream Memory &amp; AlloyDB Delta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Re-encrypts state with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CMEK &amp; verifies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checksums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SHA-256 Checksum Parity Verified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requests keep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serving with zero pause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during dual-write sync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Window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0 Dropped Active Sessions (0ms Lag)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Flip 0ms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Atomically flips Firestore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pointer to PSC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via /28 PSC NAT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serves Enterprise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traffic &amp; shared pool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are purged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Serve via PSC Spoke (10.10.0.50:443)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Tombstone &amp; Purge Old Pooled Rows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0ms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Sequence  •  SHADOW_SYNC → CMEK Re-Key → 0ms Atomic Firestore Flip → Drain &amp; Purge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Tenant Promotion (Standard Pool → PSC Spoke)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Pre-Upgrade Standard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Routing State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"routing_config"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"STANDARD_POOLED"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"encryption"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&lt;shared pool RLS key&gt;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Zero-Downtime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Engine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Dual-Write Backfill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CMEK Re-Key &amp; Hash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0ms Firestore Flip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Promoted Enterprise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State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"ENTERPRISE_SPOKE",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"route": "psc://10.10.0.50",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"spoke_prj": "cymbal-retail",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"cutover_lag_ms":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"dropped_sessions": 0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Hybrid Tiering  •  Zero-Downtime Promotion from Shared Pool to Dedicated PSC Spoke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UNIDIRECTIONAL PRIVATE SERVICE CONNECT &amp; LIVE CUTOVER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(/28 NAT) &amp;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Phase 1: SHADOW_SYNC Backfill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dedicated PSC spoke via Terraform 4.6 and dual-writes live Memory Bank and AlloyDB state without pausing active turns.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2: CMEK Re-Key &amp; Checksum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Re-encrypts tenant records under customer-managed Cloud KMS CMEK and verifies 100% SHA-256 row &amp; vector checksum parity.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3: 0ms Atomic Firestore Flip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Flips the Hub tier-routing pointer atomically to the spoke Private Service Connect endpoint (10.10.0.50) with 0 dropped sessions.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4: Shared Pool Tombstone Purge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Drains in-flight pooled connections and executes cryptographic tombstone deletion of legacy rows in the shared Pattern A database.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C /28 PSC NAT SUBNET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/28 PRIVATE_SERVICE_CONNECT NAT subnet bridging shared control plane to sovereign VPC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screenshots/cloud-console/gcp_console_06_vpc_psc_nat_subnet_live.png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VERTEX AI AGENT ENGINE REGISTRY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Vertex AI Agent Builder &amp; Engine routing table for zero-downtime Standard → Enterprise migration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screenshots/cloud-console/gcp_console_09_vertex_ai_agent_builder_engines.png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UNIDIRECTIONAL /28 PSC NAT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Hub-to-Spoke Bridge Without VPC Peering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Consumer PrivateServiceConnectEndpoint (10.10.0.50) targets Spoke ServiceAttachment with zero reverse ingress.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SHADOW_SYNC DUAL-WRITE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Checksum Parity &amp; CMEK Re-Encryption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live Memory Bank and AlloyDB rows to the dedicated spoke while re-keying under customer CMEK.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0ms ATOMIC FIRESTORE FLIP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Live Tier Upgrade Simulations PASS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run_tier_migration_suite.py verifies 0 dropped sessions and 0ms routing lag during Standard → Enterprise promotion.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74% PORTFOLIO TCO REDUCTION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$313,200/mo Blended vs. $1.85M/mo All-Silo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850 Standard tenants in the $42/mo pool and 150 Enterprise tenants in dedicated PSC spokes.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PATTERN C ZERO-DOWNTIME LIVE TIER MIGRATION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3-Phase Live Tenant Promotion Cutover Window (Standard → Enterprise Spoke)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SHADOW_SYNC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Provision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Dual-Write Backfill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(T-30 to T-5 Min)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4.6 PSC Spoke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 Memory &amp; SQL Backfill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ATOMIC_CUTOVER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Re-Key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Pointer Flip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(T-0 Cutover: 0ms)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Checksum Parity Verified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Atomic Route Flip to PSC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DRAIN_VERIFY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Drain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Purge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(T+1 to T+5 Min)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Dropped Sessions &amp; 100%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Row Tombstone Purge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Timeline  •  Phase 1 SHADOW_SYNC → Phase 2 ATOMIC_CUTOVER (0ms) → Phase 3 DRAIN_AND_VERIFY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PATTERN C BLENDED FINOPS, PSC &amp; LIVE MOBILITY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Dynamic Hybrid Hub-and-Spoke Day-2 Operating Model &amp; SLAs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Blended Portfolio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Optimization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85% Standard tenants in Pattern A pool ($42/mo unit cost)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15% Regulated Enterprise tenants in dedicated PSC spokes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 1,000-tenant portfolio spend by 74% ($313k vs $1.85M/mo)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Unidirectional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Bridge Hub VPC to Spoke VPCs via /28 PSC NAT &amp; ServiceAttachment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transitive VPC peering &amp; CIDR exhaustion across 100+ spokes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ACCEPT_SELECTED producer allowlists per enterprise spoke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Zero-Downtime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Mobility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Backfill Memory Bank &amp; AlloyDB to spoke via SHADOW_SYNC dual-write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Re-key tenant state with customer CMEK &amp; verify SHA-256 checksums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 Firestore tier pointer atomically in 0ms with 0 dropped sessions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Operating Model  •  74% Portfolio Savings + Unidirectional PSC + 0ms Live Tier Mobility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Route Isolation Instead of Duplicating Products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every customer tier behind one unified SaaS domain and control plane while dispatching requests dynamically to pooled or sovereign boundaries.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Unified Hub ALB + Firestore Tier Router + Pooled &amp; PSC Spoke Runtimes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SaaS Codebase &amp; URL Serving Both $42/mo Standard &amp; $1,850/mo Enterprise Tiers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Unified Hybrid Control Plane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Tier Routing Strictly to Cryptographic Identity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Derive routing decisions exclusively from the Hop 1 OBO/DPoP token and Firestore routing table so callers can never spoof headers to access Enterprise spokes.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1 Cloud Armor + IAP OBO/DPoP + Firestore Authoritative Route Lookup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Immune to Client Header Spoofing or Unauthorized Spoke Routing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Cryptographic Tier Routing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Scale to 1,000+ Enterprise Spokes with Private Service Connect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NAT-based PSC ServiceAttachments eliminate VPC peering quotas, allow identical spoke CIDRs (10.40.0.0/20), and enforce one-way hub-to-spoke calls.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Consumer ForwardingRule (10.10.0.50) -&gt; Producer ServiceAttachment (ACCEPT_MANUAL)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VPC Peering Limits • Zero CIDR Overlap • Unidirectional Hub -&gt; Spoke Security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Scalable PSC Architecture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Turn Tier Upgrades into a Zero-Downtime Self-Service Feature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the 3-phase migration state machine (SHADOW_SYNC → ATOMIC_CUTOVER → DRAIN_AND_VERIFY) to promote live sessions without dropping a single turn.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3-Phase Migrator: SHADOW_SYNC (0ms Lag) -&gt; ATOMIC_CUTOVER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4/4 Automated Migration Tests PASS • 0 Dropped Active User Conversations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Isolate Runtime Profile State per Instance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Deep-copy tenant routing profiles per engine instance (F-09) so dynamic tier promotions never cause cross-tenant configuration bleed.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workstream-4-pattern-c-hybrid/4.3-solution-implementation/ &amp; Check F-09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Verified Instance-Scoped Profile Mutation with Zero Global State Contamination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Production State Hygiene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the 4-test zero-downtime migration suite (run_tier_migration_suite.py), deploy the Terraform PSC blueprint (4.6), and continue to Workstream 5 (Executive Decision Guide &amp; Agentic Triad).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C — Dynamic Hybrid Hub-and-Spoke, PSC &amp; Zero-Downtime Tier Migration (Workstream 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2026-10-19T06:58:28Z</dcterms:created>
  <dcterms:modified xsi:type="dcterms:W3CDTF">2026-10-19T06:58:28Z</dcterms:modified>
</cp:coreProperties>
</file>