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SaaS MCP and live EC2 execution twin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Unified SaaS Front Door for Every Tier</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C fronts both Standard pooled tenants (120 RPM Pool) and regulated Enterprise sovereign spokes (600 RPM Silo) behind a single Global Application Load Balancer URL.</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Cryptographic Tier Lookup &amp; Dispatch</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Cloud Armor, IAP, and the Cloud Run Hybrid Router inspect the verified OBO/DPoP identity token, query the Firestore routing table, and dispatch traffic per tenant tier.</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3</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Unidirectional Private Service Connect (PSC) Bridges: Enterprise requests traverse NAT-based PSC endpoints (10.10.0.50) into dedicated spoke projects (ServiceAttachment) with zero VPC peering or IP overlap.</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3-Phase Zero-Downtime Live Tier Migration (SHADOW_SYNC → ATOMIC_CUTOVER → DRAIN_AND_VERIFY): Promotes a live Standard tenant into a dedicated Enterprise PSC spoke mid-conversation without dropping a single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-&gt; L2 Figure 1 -&gt; L3 Cutover -&gt;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-&gt; ATOMIC_CUTOVER -&gt;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all-silo)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-&gt; ATOMIC_CUTOVER -&gt;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Flip 0ms</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Atomically flips Firestore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routing pointer to PSC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ServiceAttachment</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Route via /28 PSC NAT</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C /28 PSC NAT SUBNET</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VPC: cymbal-pattern-c-hub-vpc → finvault-spoke-vpc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Subnet: cymbal-psc-nat-us-west1 (10.240.0.0/28)</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screenshots/cloud-console/gcp_console_06_vpc_psc_nat_subnet_live.png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AGENT ENGINE &amp; 10-SAAS HYBRID PSC</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Live Vertex AI Agent Builder &amp; Engine routing table for zero-downtime Standard → Enterprise PSC &amp; 10-SaaS cutover</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Registry: Vertex AI Agent Engine (tier routing table)</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Intra-Cloud: run_tier_migration_suite.py (4/4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Inter-Cloud: 10/10 Hybrid PSC SaaS MCP &amp; :3001..3010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screenshots/cloud-console/gcp_console_09_vertex_ai_agent_builder_engines.png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74% TCO SAVINGS &amp; 10-SAAS PSC MCP</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950 Pooled + 50 PSC Spokes &amp; 10/10 Hybrid Flows</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Serves 950 Standard + 50 Enterprise tenants (74% TCO reduction) and passes 10/10 Pattern C Inter-Cloud AWS AgentCore MCP &amp; :3001..3010 PSC flows.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2026-10-21T15:27:52Z</dcterms:created>
  <dcterms:modified xsi:type="dcterms:W3CDTF">2026-10-21T15:27:52Z</dcterms:modified>
</cp:coreProperties>
</file>