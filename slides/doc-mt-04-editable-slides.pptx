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DOC-MT-04: 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Decoupling compute and data planes with Pattern 2A and Pattern 2B—plus zero-downtime live tenant graduation from Pool to Silo.</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DOC-MT-04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Unified Hybrid Control Hub (cymbal-hybrid-hub-prod) + PSC Bridge to Sovereign Spokes</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Hub VPC • Tenant-Aware Router &amp; 3-Phase Live Tier Migrator</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Standard Tier: Shared Pooled Plane (Initial RetailStream Route)</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Enterprise Tier: Private Service Connect (PSC) Spokes (FinVault + Upgraded RetailStream)</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Shared Pooled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pool://cymbal-shared-pooled-v2 (90% Cache Savings)</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Enterprise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psc://10.10.0.50 (FinVault) &amp; psc://10.10.0.51 (Retail)</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Unified Control Plane &amp; Intelligent Router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Firestore live routing table + Cross-Project Agent Catalog</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3-Phase Zero-Downtime Tier Migration Engine</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Standard &amp; Enterprise</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Single Unified SaaS URL</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1. SHADOW_SYNC (0ms Lag DMS CDC)</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Streams RLS &amp; L4 Memory</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0 Dropped Turns (4/4 PASS)</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Flips Firestore Route to PSC</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Source for Phase 1 Shadow Sync</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PSC ServiceAttachment Target</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CMEK Spoke AlloyDB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Replicated State + CMEK Lock</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PSC ServiceAttachment</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Unidirectional Spoke Ingress</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Single SaaS URL + OBO/DPoP</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Maps Tenant -&gt; Pool or PSC</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Live promotion: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-&gt; PSC Spoke</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Streams State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Spoke</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Bridge</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Storage</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Seamless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(0 dropped sessions)</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 to Pool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Enterprise via PSC</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Atomic route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lookup</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agent route</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(DOC-MT-04)</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Instead of forcing a binary choice between a shared pool and a fully duplicated project per customer, the Bridge Pattern allows SaaS architects to decouple tenancy at different layers of the stack based on commercial tiering and data-residency requirements.</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Shared Pool RAG.</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Streams State to PSC Spoke.</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Pattern 2A vs. Pattern 2B</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Traditional VPC Peering fails at multi-tenant scale because Google Cloud enforces a 25-peer limit per VPC network and prohibits overlapping RFC 1918 CIDR ranges across customer networks. Private Service Connect (PSC) solves both constraints by using NAT semantics over a dedicated /28 PRIVATE_SERVICE_CONNECT subnet and unilateral producer Service Attachments.</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DOC-MT-04 (Part 4 of 6 • Hybrid Bridge &amp; PSC Spokes)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terraform/pattern_2b_psc_bridge.tf</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 1. Hub VPC &amp; /28 Private Service Connect NAT Subnet (nitina-ggarwal-sandbox-647724)</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resource "google_compute_network" "hub_vpc"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name                    = "cymbal-pattern-c-hub-vpc"</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auto_create_subnetworks = false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resource "google_compute_subnetwork" "psc_nat_subnet"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name          = "cymbal-psc-nat-us-west1"</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region        = "us-west1"</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network       = google_compute_network.hub_vpc.id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ip_cidr_range = "10.240.0.0/28"</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purpose       = "PRIVATE_SERVICE_CONNECT"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 2. Dedicated Spoke VPC for Regulated Tenant Data Plane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14 | resource "google_compute_network" "finvault_spoke_vpc"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15 |   name                    = "cymbal-pattern-c-finvault-spoke-vpc"</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16 |   auto_create_subnetworks = false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17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18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19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20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21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Nithin Reddy Cheruku
• Navneet Tuteja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DOC-MT-04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DOC-MT-04: Building the Hybrid Bridge Tier: Private Service Connect (PSC) Spokes &amp; Live Tier Graduation (DOC-MT-04)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2026-10-15T18:05:21Z</dcterms:created>
  <dcterms:modified xsi:type="dcterms:W3CDTF">2026-10-15T18:05:21Z</dcterms:modified>
</cp:coreProperties>
</file>