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4 of 6 • Hybrid Bridge &amp; PSC Spokes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DOC-MT-04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Hybrid Bridge Tier: Private Service Connect (PSC) Spokes &amp; Live Tier Graduation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forcing a binary choice between a shared pool and a fully duplicated project per customer, the Bridge Pattern allows SaaS architects to decouple tenancy at different layers of the stack based on commercial tiering and data-residency requirements.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2A, a single SaaS Control Plane and Ingress Dispatcher govern coexisting execution topologies: high-compliance enterprise customers route to dedicated Siloed projects, while standard self-serve tenants execute on the High-Density Pooled fleet.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3621024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2B, stateless agent reasoning loops run in a shared provider compute plane, while stateful MCP tools, Memory Banks, and AlloyDB datastores reside inside dedicated, tenant-isolated GCP spoke projects connected via Private Service Connect (PSC) Service Attachments with zero public internet exposure and zero VPC peering.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between Pattern 2A and Pattern 2B depends on whether the customer’s regulatory mandate requires dedicated compute instances or strictly dedicated data and tool custody.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(Standard Tier: Shared Pooled Plane and Enterprise Tier: Private Service Connect (PSC) Spokes),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2A &amp; 2B: Hybrid Bridge Control Plane &amp; Private Service Connect Spoke Architecture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Unified SaaS Ingress Dispatcher and Shared Compute Plane connecting over unilateral Private Service Connect (PSC) endpoints to dedicated customer data and MCP tool spokes.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Agent Catalog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(Single SaaS URL)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 Pool -&gt; PSC Spoke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307178" y="465978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 RAG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71846" y="5206594"/>
            <a:ext cx="715061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 PSC Spoke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21017" y="4659782"/>
            <a:ext cx="6903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Bridge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84441" y="5206594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Spoke Storage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 (0 dropped sessions)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 or Enterprise via PSC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14570" y="298094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 lookup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938674" y="2299716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5077663" y="2816352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agent route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+ PSC Bridge to Sovereign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Firestore Route Table: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Cross-Project Catalog: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Run Router: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 ATOMIC_CUTOVER: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Hub VPC • Tenant-Aware Router &amp; 3-Phase Live Tier Migrator: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 &amp; Dedicated Enterprise PSC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Pooled MCP Hub: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Unified Control Plane &amp; Intelligent Router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Cross-Project Catalog, and Firestore Route Table, the request is forwarded to Cloud Run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Shared Pooled Runtime,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Shared Pool RAG.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Streams State to PSC Spoke.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Shared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Unified Control Plane &amp; Intelligent Router Hub, while structured OpenTelemetry audit and FinOps spans stream to the 3-Phase Zero-Downtime Tier Migration Engine.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Hybrid Bridge Tier: Private Service Connect (PSC) Spokes &amp; Live Tier Graduation.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Private Service Connect: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&amp;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Migration Service: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Routing Table: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Customer CMEK: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Armor &amp; IAP: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edge DDoS protection, WAF rules, and header sanitization on the global External Application Load Balancer.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(PSC) Plumbing &amp; Zero-Downtime Tier Graduation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VPC Peering fails at multi-tenant scale because Google Cloud enforces a 25-peer limit per VPC network and prohibits overlapping RFC 1918 CIDR ranges across customer networks. Private Service Connect (PSC) solves both constraints by using NAT semantics over a dedicated /28 PRIVATE_SERVICE_CONNECT subnet and unilateral producer Service Attachments.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Hub VPC • Tenant-Aware Router &amp; 3-Phase Live Tier Migrator and Shared AlloyDB RLS,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Perimeter &amp; ingress defense: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all incoming traffic through Google Cloud Armor and Cross-Project Catalog before reaching Cloud Run Router.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Deterministic agent orchestration: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Vertex AI Agent Engine with Shared Model Armor and Pooled MCP Hub.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Centralized governance &amp; cost attribution: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audit logs and OpenTelemetry token spans into 3. DRAIN_AND_VERIFY and 1. SHADOW_SYNC.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Router under Unified Hybrid Control Hub + PSC Bridge to Sovereign Spokes.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Cross-Project Catalog.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Pooled MCP Hub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Pooled MCP Hub and Shared AlloyDB RLS.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Pooled MCP Hub: Maximizes blast-radius containment by keeping credentials, service accounts, and data access strictly inside Standard Tier: Shared Pooled Plane.;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Shared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 RLS.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Pooled MCP Hub.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RLS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Shared Pooled Runtime and Dedicated Enterprise PSC Spokes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3. DRAIN_AND_VERIFY and monitor posture drift in 1. SHADOW_SYNC.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Hybrid Bridge Tier: Private Service Connect (PSC) Spokes &amp; Live Tier Graduation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terraform/pattern_2b_psc_bridge.tf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Hub VPC &amp; /28 Private Service Connect NAT Subnet (nitina-ggarwal-sandbox-647724)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"hub_vpc"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"cymbal-pattern-c-hub-vpc"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"google_compute_subnetwork" "psc_nat_subnet"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= "cymbal-psc-nat-us-west1"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        = "us-west1"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      = google_compute_network.hub_vpc.id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ip_cidr_range = "10.240.0.0/28"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       = "PRIVATE_SERVICE_CONNECT"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Dedicated Spoke VPC for Regulated Tenant Data Plane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"finvault_spoke_vpc"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"cymbal-pattern-c-finvault-spoke-vpc"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DOC-MT-04: Building the Hybrid Bridge Tier: Private Service Connect (PSC) Spokes &amp; Live Tier Graduation (DOC-MT-04)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2026-10-16T04:37:58Z</dcterms:created>
  <dcterms:modified xsi:type="dcterms:W3CDTF">2026-10-16T04:37:58Z</dcterms:modified>
</cp:coreProperties>
</file>