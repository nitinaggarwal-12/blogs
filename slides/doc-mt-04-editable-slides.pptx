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SaaS MCP and live EC2 execution twin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C /28 PSC NAT SUBNET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VPC: cymbal-pattern-c-hub-vpc → finvault-spoke-vpc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Subnet: cymbal-psc-nat-us-west1 (10.240.0.0/28)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screenshots/cloud-console/gcp_console_06_vpc_psc_nat_subnet_live.png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AGENT ENGINE &amp; 10-SAAS HYBRID PSC</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Live Vertex AI Agent Builder &amp; Engine routing table for zero-downtime Standard → Enterprise PSC &amp; 10-SaaS cutover</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Registry: Vertex AI Agent Engine (tier routing table)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Intra-Cloud: run_tier_migration_suite.py (4/4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Inter-Cloud: 10/10 Hybrid PSC SaaS MCP &amp; :3001..3010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screenshots/cloud-console/gcp_console_09_vertex_ai_agent_builder_engines.png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&amp; :3001..3010 PSC flows.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2026-10-21T19:22:25Z</dcterms:created>
  <dcterms:modified xsi:type="dcterms:W3CDTF">2026-10-21T19:22:25Z</dcterms:modified>
</cp:coreProperties>
</file>