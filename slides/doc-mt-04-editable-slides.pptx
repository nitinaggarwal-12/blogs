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Google Cloud Console receipts from our hybrid environment. On the left, you can see our provisioned Private Service Connect NAT subnet and Vertex AI Agent Engine endpoints; on the right, the runtime telemetry cards verify a live promotion of RetailStream from the Standard pool into an Enterprise sovereign spoke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Unified SaaS Front Door for Every Tier</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C fronts both Standard pooled tenants (120 RPM Pool) and regulated Enterprise sovereign spokes (600 RPM Silo) behind a single Global Application Load Balancer URL.</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Cryptographic Tier Lookup &amp; Dispatch</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Cloud Armor, IAP, and the Cloud Run Hybrid Router inspect the verified OBO/DPoP identity token, query the Firestore routing table, and dispatch traffic per tenant tier.</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3</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Unidirectional Private Service Connect (PSC) Bridges: Enterprise requests traverse NAT-based PSC endpoints (10.10.0.50) into dedicated spoke projects (ServiceAttachment) with zero VPC peering or IP overlap.</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3-Phase Zero-Downtime Live Tier Migration (SHADOW_SYNC → ATOMIC_CUTOVER → DRAIN_AND_VERIFY): Promotes a live Standard tenant into a dedicated Enterprise PSC spoke mid-conversation without dropping a single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-&gt; L2 Figure 1 -&gt; L3 Cutover -&gt;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-&gt; ATOMIC_CUTOVER -&gt;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all-silo)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-&gt; ATOMIC_CUTOVER -&gt;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Flip 0ms</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Atomically flips Firestore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routing pointer to PSC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ServiceAttachment</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Route via /28 PSC NAT</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C /28 PSC NAT SUBNET</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 • Region: us-west1</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VPC: cymbal-pattern-c-hub-vpc → cymbal-pattern-c-finvault-spoke-vpc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Subnet: cymbal-psc-nat-us-west1 (10.240.0.0/28, PRIVATE_SERVICE_CONNECT)</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screenshots/cloud-console/gcp_console_06_vpc_psc_nat_subnet_live.png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VERTEX AI AGENT ENGINE REGISTRY</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Live Vertex AI Agent Builder &amp; Engine routing table for zero-downtime Standard → Enterprise migration</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Registry: Vertex AI Agent Engine / Agent Builder (tier routing table)</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Suite: run_tier_migration_suite.py — 4/4 PASS, 0 dropped sessions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Portfolio: 950 Standard (120 RPM pool) + 50 Enterprise (PSC spokes)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screenshots/cloud-console/gcp_console_09_vertex_ai_agent_builder_engines.png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74% PORTFOLIO TCO REDUCTION</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90% Cache Hit Blended vs. 100% Silo/mo All-Silo</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Serves 950 Standard tenants in the 120 RPM pool and 50 Enterprise tenants in dedicated PSC spokes (1,000-tenant portfolio model).</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2026-10-20T23:09:17Z</dcterms:created>
  <dcterms:modified xsi:type="dcterms:W3CDTF">2026-10-20T23:09:17Z</dcterms:modified>
</cp:coreProperties>
</file>