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2.0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visual evidence captured directly from our Google Cloud projects—proving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twenty automated red-team breach, sovereign kill-switch, and zero-downtime tier migration tests pass with zero cross-tenant data leakage.</a:t>
            </a:r>
            <a:endParaRPr lang="en-US" dirty="0"/>
          </a:p>
          <a:p>
            <a:r>
              <a:rPr lang="en-US" dirty="0"/>
              <a:t>With live cloud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twenty-four-file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1 Reference Taxonomy</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2 Pattern A Pooled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3 Pattern B Sovereign Silos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4 Pattern C Dynamic Hybrid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-&gt; Figure 1 -&gt; Deep-Dive -&gt;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2.0),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Hop 1 Edge PEP): Global ALB, Cloud Armor header strip, and IAP OIDC/DPoP exchange (~8ms p95) mint the KMS-signed STS JWT TenantContext.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Hops 3 &amp; 4): Cloud Run Gen2 / Agent Engine gVisor (runsc) kernel sandbox, Valkey RPM bulkheads (~3ms), 90% 32k prefix cache, streaming Model Armor/DLP (~22ms)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2.0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(Q4 2026 / Q1 2027)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2.0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ramp-portal-dev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Projects: ramp-portal-dev (#248990048888) • cymbal-pooled-prod (#638420508320)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Cloud Run Gen2 (gVisor runsc sandbox,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CLI Gate: python3 -B scripts/run_deep_forensic_audit.py (12/12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CLOUD LOGGING 20/20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verifying jsonPayload.rls_cross_tenant_rows=0, 120/600 RPM bulkheads &amp; 0ms tier upgrade logs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Logs Query: jsonPayload.rls_cross_tenant_rows=0 AND status=(200|403|423|429)</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Audit Suite: 20/20 Runtime Simulations PASS (107/107 Assertions)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Latency &amp; Cache: ~42ms p95 5-Hop • &lt;0.15ms JWKS • &lt;5s SCAN+UNLINK</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cymbal-pooled-prod (#638420508320) &amp; cymbal-build-sandbox (#887605034827) inside gVisor sandboxes.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12/12 FORENSIC + 107/107 GATES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Reproducible Cloud Logging &amp; CLI Forensic Proof</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via Cloud Logging query (jsonPayload.rls_cross_tenant_rows=0) and python3 -B scripts/run_deep_forensic_audit.py (12/12 PASS • 107/107 Assertions).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2.0)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Pantheon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2026-10-20T23:09:17Z</dcterms:created>
  <dcterms:modified xsi:type="dcterms:W3CDTF">2026-10-20T23:09:17Z</dcterms:modified>
</cp:coreProperties>
</file>