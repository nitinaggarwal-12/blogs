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and live EC2 execution twin flows (60/60 assertions across ports 3001 through 3010)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cymbal-control-plane • cymbal-pooled-prod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&amp; Dual-Plane Harness verifying 20/20 GCP suites + 30/30 Inter-Cloud 10-SaaS MCP flows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Query: rls_cross_tenant_rows=0 AND status=(200..429)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Twins: 13.220.94.209:3001..3010 (HTTP 200 • 60/60)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&amp; :3001..3010 Execution Twin flows (60/60 assertions, 12/12 forensic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Google Cloud Console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2026-10-21T19:22:25Z</dcterms:created>
  <dcterms:modified xsi:type="dcterms:W3CDTF">2026-10-21T19:22:25Z</dcterms:modified>
</cp:coreProperties>
</file>