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Production Verification (Part 6): 10-Point Red-Team Breach Simulation &amp; Cloud Console Runbook.</a:t>
            </a:r>
            <a:endParaRPr lang="en-US" dirty="0"/>
          </a:p>
          <a:p>
            <a:r>
              <a:rPr lang="en-US" dirty="0"/>
              <a:t>In Part 6—the verification capstone to our six-part series—we turn architectural claims into continuous CI/CD proof through our 10-vector adversarial red-team breach suite, 30/30 multi-cloud SaaS MCP checks, and 13/13 forensic gates.</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Figure 1 maps every adversarial attack vector—from HTTP header spoofing and Agent Registry enumeration to prompt injection, noisy-neighbor floods, and SQL RLS bypass—directly onto the five-hop control that neutralizes it.</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Following the end-to-end verification flow on this slide shows how our automated harness executes positive and negative assertions across live Google Cloud Run revisions, AWS Bedrock AgentCore MCP targets, and genuine third-party SaaS UIs.</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For SRE and DevSecOps teams, this slide inventories the observability and verification stack—combining Cloud Logging MQL queries, BigQuery OpenTelemetry spans, Security Command Center, and SHA-256 provenance receipts.</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Here is our ten-vector red-team verification matrix pairing each attack scenario with its deterministic HTTP 401, 403, 400, 422, 423, or 429 block code and zero-leaked-row assertion.</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To close out the series, here is the runnable CI/CD breach-simulation assertion code and eight-stage Google Cloud Console runbook for continuous Day-2 compliance.</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6 of 6 • Red-Team Verification &amp; Runbook</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DOC-MT-06</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14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Production Verification: 10-Point Red-Team Breach Simulation &amp; Cloud Console Runbook</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In conventional SaaS, a unit test on a WHERE tenant_id = ? clause was sufficient to prove tenant isolation. In an autonomous agentic platform, an attacker can attempt to spoof HTTP headers at ingress, trick the LLM into overriding SQL session variables, poison shared RAG chunks, hijack 3LO OAuth tokens, or exhaust shared token quotas.</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To provide deterministic, auditor-verifiable proof across Pattern 1, Pattern 2, and Pattern 3, we deploy a live verification harness on Google Cloud Run, BigQuery, Cloud KMS, and VPC/PSC and execute 10 automated red-team breach simulations on every build.</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Every release pipeline executes the following 10 adversarial attack vectors against the live multi-tenant harness. Any non-blocked response fails the build immediately.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(Hop 1 &amp; Hop 2 Gates and Hop 3 &amp; 5 FinOps &amp; Audit Gates) from isolated execution spokes (Hop 4 Guardrail Gates • Prompt, Safety Filter &amp; SDP DLP and Hop 3 &amp; Hop 5 Storage Gates • Memory, Skills &amp; RLS),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10-Point Automated Red-Team Breach Defense &amp; Verification Sequence</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Defense-in-depth sequence showing exactly where SIM 1 through SIM 10 are intercepted and logged across the 5-hop multi-tenant architecture.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Adversarial Breach Verification Harness</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 Zero-Trust 5-Hop Enforcement Pipeline</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Hop 4 Guardrail Gates (Vectors 4, 5 &amp; 8)</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Hop 3 &amp; Hop 5 Storage Gates (Vectors 7 &amp; 9)</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Model Armor &amp; Safety Filters</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Ingress Injection Screen &amp; Egress SDP Redaction</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Memory Bank, Skills &amp; AlloyDB RLS</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Cryptographic Namespace &amp; Storage-Engine Isolation</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Gates (Vectors 1, 2, 3 &amp; 10)</a:t>
            </a:r>
            <a:endParaRPr lang="en-US" sz="480" dirty="0"/>
          </a:p>
          <a:p>
            <a:pPr algn="l" indent="0" marL="0">
              <a:lnSpc>
                <a:spcPct val="88000"/>
              </a:lnSpc>
              <a:buNone/>
            </a:pPr>
            <a:r>
              <a:rPr lang="en-US" sz="410" b="1" dirty="0">
                <a:solidFill>
                  <a:srgbClr val="202124"/>
                </a:solidFill>
                <a:latin typeface="Arial" pitchFamily="34" charset="0"/>
                <a:ea typeface="Arial" pitchFamily="34" charset="-122"/>
                <a:cs typeface="Arial" pitchFamily="34" charset="-120"/>
              </a:rPr>
              <a:t>Neutralizes header spoofing, Agent Alpha &amp; MCP leaks</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Hop 3 &amp; 5 FinOps &amp; Audit Gates (Vectors 6 &amp; 9)</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Red-Team Attacker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Spoofed Headers &amp; Injections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Armor Edge PEP</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6: Valkey 429 &amp; 4k Token Clamp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250 RPM Flood &amp; 16k</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OTel Audit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Logs Every Blocked Vector</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10: Inline 3LO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HTTP 401 Entra OAuth Challenge</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Executes Only Clean Turns</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8: SDP Mask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Redacts IBAN, SWIFT &amp; PAN</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Zero Raw PII Egress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[REDACTED-FINVAULT-*]</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9: Prefix Cache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READ_ONLY_IMMUTABLE_PREFIX</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Auth Manager Vault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Tenant-Scoped OAuth Tokens</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7C: AlloyDB RLS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0 Cross-Tenant Rows Returned</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2 Catalog PDP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Discovery Catalog + ADK Callback</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4: HTTP 400</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SQLi &amp; Cache Dump</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5: HTTP 422</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FINRA Escalation Bypass</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7A: L4 Memory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PermissionError on Cross-Read</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7B: GCS Skills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gs://cymbal-skills-fv</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1: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Drops Forged X-Tenant-ID</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2: Agent 403</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Retail -&gt; Agent Alpha</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3: Tool Prune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Prunes FinVault Jira MCP</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Real-time security violation spans</a:t>
            </a:r>
            <a:endParaRPr lang="en-US" sz="420" dirty="0"/>
          </a:p>
        </p:txBody>
      </p:sp>
      <p:sp>
        <p:nvSpPr>
          <p:cNvPr id="148" name="Text 126"/>
          <p:cNvSpPr/>
          <p:nvPr/>
        </p:nvSpPr>
        <p:spPr>
          <a:xfrm>
            <a:off x="5282489" y="4659782"/>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DLP Egress Filter</a:t>
            </a:r>
            <a:endParaRPr lang="en-US" sz="420" dirty="0"/>
          </a:p>
        </p:txBody>
      </p:sp>
      <p:sp>
        <p:nvSpPr>
          <p:cNvPr id="149" name="Text 127"/>
          <p:cNvSpPr/>
          <p:nvPr/>
        </p:nvSpPr>
        <p:spPr>
          <a:xfrm>
            <a:off x="5221224" y="5206594"/>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 PII in Completion</a:t>
            </a:r>
            <a:endParaRPr lang="en-US" sz="420" dirty="0"/>
          </a:p>
        </p:txBody>
      </p:sp>
      <p:sp>
        <p:nvSpPr>
          <p:cNvPr id="150" name="Text 128"/>
          <p:cNvSpPr/>
          <p:nvPr/>
        </p:nvSpPr>
        <p:spPr>
          <a:xfrm>
            <a:off x="7271309" y="4659782"/>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Isolated Prefix Cache</a:t>
            </a:r>
            <a:endParaRPr lang="en-US" sz="420" dirty="0"/>
          </a:p>
        </p:txBody>
      </p:sp>
      <p:sp>
        <p:nvSpPr>
          <p:cNvPr id="151" name="Text 129"/>
          <p:cNvSpPr/>
          <p:nvPr/>
        </p:nvSpPr>
        <p:spPr>
          <a:xfrm>
            <a:off x="7233818"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SET LOCAL current_tenant</a:t>
            </a:r>
            <a:endParaRPr lang="en-US" sz="420" dirty="0"/>
          </a:p>
        </p:txBody>
      </p:sp>
      <p:sp>
        <p:nvSpPr>
          <p:cNvPr id="152" name="Text 130"/>
          <p:cNvSpPr/>
          <p:nvPr/>
        </p:nvSpPr>
        <p:spPr>
          <a:xfrm>
            <a:off x="4387291" y="5337353"/>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Evaluate Safety rules</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 cross-tenant data/cache bleed</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Verified context enters Hop 3–5</a:t>
            </a:r>
            <a:endParaRPr lang="en-US" sz="420" dirty="0"/>
          </a:p>
        </p:txBody>
      </p:sp>
      <p:sp>
        <p:nvSpPr>
          <p:cNvPr id="155" name="Text 133"/>
          <p:cNvSpPr/>
          <p:nvPr/>
        </p:nvSpPr>
        <p:spPr>
          <a:xfrm>
            <a:off x="5014570" y="2980944"/>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Prune 3LO MCP tools</a:t>
            </a:r>
            <a:endParaRPr lang="en-US" sz="420" dirty="0"/>
          </a:p>
        </p:txBody>
      </p:sp>
      <p:sp>
        <p:nvSpPr>
          <p:cNvPr id="156" name="Text 134"/>
          <p:cNvSpPr/>
          <p:nvPr/>
        </p:nvSpPr>
        <p:spPr>
          <a:xfrm>
            <a:off x="4486046" y="4445813"/>
            <a:ext cx="3941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prompt</a:t>
            </a:r>
            <a:endParaRPr lang="en-US" sz="420" dirty="0"/>
          </a:p>
        </p:txBody>
      </p:sp>
      <p:sp>
        <p:nvSpPr>
          <p:cNvPr id="157" name="Text 135"/>
          <p:cNvSpPr/>
          <p:nvPr/>
        </p:nvSpPr>
        <p:spPr>
          <a:xfrm>
            <a:off x="4508906" y="4625950"/>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Redact PII</a:t>
            </a:r>
            <a:endParaRPr lang="en-US" sz="420" dirty="0"/>
          </a:p>
        </p:txBody>
      </p:sp>
      <p:sp>
        <p:nvSpPr>
          <p:cNvPr id="158" name="Text 136"/>
          <p:cNvSpPr/>
          <p:nvPr/>
        </p:nvSpPr>
        <p:spPr>
          <a:xfrm>
            <a:off x="4901184" y="2299716"/>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Strip spoofed header</a:t>
            </a:r>
            <a:endParaRPr lang="en-US" sz="420" dirty="0"/>
          </a:p>
        </p:txBody>
      </p:sp>
      <p:sp>
        <p:nvSpPr>
          <p:cNvPr id="159" name="Text 137"/>
          <p:cNvSpPr/>
          <p:nvPr/>
        </p:nvSpPr>
        <p:spPr>
          <a:xfrm>
            <a:off x="5003597" y="2816352"/>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Return HTTP 403 Forbidden</a:t>
            </a:r>
            <a:endParaRPr lang="en-US" sz="420" dirty="0"/>
          </a:p>
        </p:txBody>
      </p:sp>
      <p:sp>
        <p:nvSpPr>
          <p:cNvPr id="160" name="Text 138"/>
          <p:cNvSpPr/>
          <p:nvPr/>
        </p:nvSpPr>
        <p:spPr>
          <a:xfrm>
            <a:off x="6367882" y="1463954"/>
            <a:ext cx="418795"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Blocked / Safe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403 / 200</a:t>
            </a:r>
            <a:endParaRPr lang="en-US" sz="420" dirty="0"/>
          </a:p>
        </p:txBody>
      </p:sp>
      <p:sp>
        <p:nvSpPr>
          <p:cNvPr id="162" name="Text 140"/>
          <p:cNvSpPr/>
          <p:nvPr/>
        </p:nvSpPr>
        <p:spPr>
          <a:xfrm>
            <a:off x="5520233" y="1463954"/>
            <a:ext cx="36941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Attack Probe</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Probe</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Adversarial Breach Verification Harness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Adversarial Breach Verification Harness: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1 &amp; Hop 2 Gates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1: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2: Agent 403: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3: Tool Prune: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3 &amp; 5 FinOps &amp; Audit Gates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6: Valkey 429 &amp; 4k Token Clamp: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10: Inline 3LO: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OTel Audit: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 Zero-Trust 5-Hop Enforcement Pipeline: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Model Armor &amp; Safety Filters &amp; Memory Bank, Skills &amp; AlloyDB RLS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Vertex AI Agent Engine / Vector 9: Prefix Cache: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4: HTTP 400 / Vector 7A: L4 Memory: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8: SDP Mask / Auth Manager Vault: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Zero Raw PII Egress / Vector 7C: AlloyDB RLS: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Hop 1 &amp; Hop 2 Gates.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Vector 1: Cloud Armor, Vector 2: Agent 403, and Vector 3: Tool Prune, the request is forwarded to Hop 2 Catalog PDP.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Hop 2 Catalog PDP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Model Armor &amp; Safety Filters,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DLP Egress Filter.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Zero PII in Completion.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sends the validated, context-enriched prompt to Gemini 2.5 Pro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passes the generated output through Vector 4: HTTP 400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Hop 1 &amp; Hop 2 Gates, while structured OpenTelemetry audit and FinOps spans stream to the Hop 3 &amp; 5 FinOps &amp; Audit Gates.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Production Verification: 10-Point Red-Team Breach Simulation &amp; Cloud Console Runbook.</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KMS HSM: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Manages Customer-Managed Encryption Keys (CMEK) and asymmetric signing keys for cryptographic isolation and auditability.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VPC &amp; Private Service Connect: </a:t>
            </a:r>
            <a:pPr indent="0" marL="0">
              <a:lnSpc>
                <a:spcPct val="118000"/>
              </a:lnSpc>
              <a:buNone/>
            </a:pPr>
            <a:r>
              <a:rPr lang="en-US" sz="790" dirty="0">
                <a:solidFill>
                  <a:srgbClr val="3C4043"/>
                </a:solidFill>
                <a:latin typeface="Arial" pitchFamily="34" charset="0"/>
                <a:ea typeface="Arial" pitchFamily="34" charset="-122"/>
                <a:cs typeface="Arial" pitchFamily="34" charset="-120"/>
              </a:rPr>
              <a:t>Unidirectional Layer-4 NAT service attachments bridging shared SaaS routing hubs to dedicated customer spoke VPCs with zero CIDR overlap.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Logging &amp; Cloud Trace: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Distributed tracing system capturing end-to-end latency and token usage spans across routers, agents, and MCP servers.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Security Command Center: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Centralized posture management and threat detection across IAM, VPC Service Controls, and Vertex AI workloads.</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Live Google Cloud Console, Cloud Shell SSH &amp; BigQuery Audit Verification Runbook</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Every security control in the 10-point red-team suite is backed by deterministic audit receipts in BigQuery and Cloud Logging across ramp-portal-dev and cymbal-build-sandbox.</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VPC • Zero-Trust 5-Hop Enforcement Pipeline and Zero Raw PII Egress,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Perimeter &amp; ingress defense: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Screens all incoming traffic through Vector 1: Cloud Armor and Vector 2: Agent 403 before reaching Hop 2 Catalog PDP.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Deterministic agent orchestration: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Pairs Vertex AI Agent Engine with Vector 4: HTTP 400 and Vector 8: SDP Mask.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Centralized governance &amp; cost attribution: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Streams zero-PII audit logs and OpenTelemetry token spans into BigQuery OTel Audit and Vector 6: Valkey 429 &amp; 4k Token Clamp.</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Hop 2 Catalog PDP under Adversarial Breach Verification Harness.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Vector 1: Cloud Armor and Vector 2: Agent 403.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Vertex AI Agent Engine &amp; Vector 8: SDP Mask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Vertex AI Agent Engine with Vector 8: SDP Mask and Zero Raw PII Egress.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Vector 8: SDP Mask: Maximizes blast-radius containment by keeping credentials, service accounts, and data access strictly inside Hop.;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Vector 1: Cloud Armor &amp; Vector 2: Agent 403 &amp; Vector 4: HTTP 400</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Zero Raw PII Egress &amp; Vector 10: Inline 3LO</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Vector 1: Cloud Armor &amp; Vector 2: Agent 403 &amp; Vector 4: HTTP 400: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Vector 4: HTTP 400.
</a:t>
            </a:r>
            <a:pPr indent="0" marL="0">
              <a:buNone/>
            </a:pPr>
            <a:r>
              <a:rPr lang="en-US" sz="700" b="1" dirty="0">
                <a:solidFill>
                  <a:srgbClr val="202124"/>
                </a:solidFill>
                <a:latin typeface="Arial" pitchFamily="34" charset="0"/>
                <a:ea typeface="Arial" pitchFamily="34" charset="-122"/>
                <a:cs typeface="Arial" pitchFamily="34" charset="-120"/>
              </a:rPr>
              <a:t>• Zero Raw PII Egress &amp; Vector 10: Inline 3LO: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Zero Raw PII Egress.</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Hop 2 Catalog PDP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Vertex AI Agent Engine &amp; Vector 8: SDP Mask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Zero Raw PII Egress</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Hop 2 Catalog PDP: </a:t>
            </a:r>
            <a:pPr indent="0" marL="0">
              <a:buNone/>
            </a:pPr>
            <a:r>
              <a:rPr lang="en-US" sz="690" dirty="0">
                <a:solidFill>
                  <a:srgbClr val="3C4043"/>
                </a:solidFill>
                <a:latin typeface="Arial" pitchFamily="34" charset="0"/>
                <a:ea typeface="Arial" pitchFamily="34" charset="-122"/>
                <a:cs typeface="Arial" pitchFamily="34" charset="-120"/>
              </a:rPr>
              <a:t>Deploy Hop 2 Catalog PDP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Vertex AI Agent Engine &amp; Vector 8: SDP Mask: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Vector 8: SDP Mask.
</a:t>
            </a:r>
            <a:pPr indent="0" marL="0">
              <a:buNone/>
            </a:pPr>
            <a:r>
              <a:rPr lang="en-US" sz="700" b="1" dirty="0">
                <a:solidFill>
                  <a:srgbClr val="202124"/>
                </a:solidFill>
                <a:latin typeface="Arial" pitchFamily="34" charset="0"/>
                <a:ea typeface="Arial" pitchFamily="34" charset="-122"/>
                <a:cs typeface="Arial" pitchFamily="34" charset="-120"/>
              </a:rPr>
              <a:t>• Zero Raw PII Egress: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Zero Raw PII Egress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Vector 6: Valkey 429 &amp; 4k Token Clamp &amp; BigQuery OTel Audit</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Model Armor &amp; Safety Filters and Memory Bank, Skills &amp; AlloyDB RLS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Vector 6: Valkey 429 &amp; 4k Token Clamp &amp; BigQuery OTel Audit: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BigQuery OTel Audit and monitor posture drift in Security Command Center and Cloud Monitoring.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Vector 5: HTTP 422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Vector 3: Tool Prune &amp; Vector 8: SDP Mask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OTel Audit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Vector 5: HTTP 422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Vector 3: Tool Prune &amp; Vector 8: SDP Mask: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BigQuery OTel Audit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Production Verification: 10-Point Red-Team Breach Simulation &amp; Cloud Console Runbook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sql/verify_10_point_breach_audit_log.sql</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SQL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lIns="0" tIns="0" rIns="0" bIns="0" rtlCol="0" anchor="t"/>
          <a:lstStyle/>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SELECT sim_id, attack_vector, enforcement_hop, http_status_code, verdict, verified_at</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FROM `cymbal-build-sandbox.cymbal_agentic_finops_otel.security_breach_audit_log`</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ORDER BY sim_id ASC;</a:t>
            </a:r>
            <a:endParaRPr lang="en-US" sz="68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lIns="0" tIns="0" rIns="0" bIns="0" rtlCol="0" anchor="t"/>
          <a:lstStyle/>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20000"/>
              </a:lnSpc>
              <a:buNone/>
            </a:pPr>
            <a:r>
              <a:rPr lang="en-US" sz="770" dirty="0">
                <a:solidFill>
                  <a:srgbClr val="3C4043"/>
                </a:solidFill>
                <a:latin typeface="Arial" pitchFamily="34" charset="0"/>
                <a:ea typeface="Arial" pitchFamily="34" charset="-122"/>
                <a:cs typeface="Arial" pitchFamily="34" charset="-120"/>
              </a:rPr>
              <a:t>Read the canonical Google Cloud Architecture Center reference architecture.</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Agent Development Kit (ADK) Documentation: </a:t>
            </a:r>
            <a:pPr indent="0" marL="0">
              <a:lnSpc>
                <a:spcPct val="120000"/>
              </a:lnSpc>
              <a:buNone/>
            </a:pPr>
            <a:r>
              <a:rPr lang="en-US" sz="770" dirty="0">
                <a:solidFill>
                  <a:srgbClr val="3C4043"/>
                </a:solidFill>
                <a:latin typeface="Arial" pitchFamily="34" charset="0"/>
                <a:ea typeface="Arial" pitchFamily="34" charset="-122"/>
                <a:cs typeface="Arial" pitchFamily="34" charset="-120"/>
              </a:rPr>
              <a:t>Build hierarchical multi-agent systems, deterministic callbacks, and MCP toolsets.</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Vertex AI Agent Engine Overview: </a:t>
            </a:r>
            <a:pPr indent="0" marL="0">
              <a:lnSpc>
                <a:spcPct val="120000"/>
              </a:lnSpc>
              <a:buNone/>
            </a:pPr>
            <a:r>
              <a:rPr lang="en-US" sz="770" dirty="0">
                <a:solidFill>
                  <a:srgbClr val="3C4043"/>
                </a:solidFill>
                <a:latin typeface="Arial" pitchFamily="34" charset="0"/>
                <a:ea typeface="Arial" pitchFamily="34" charset="-122"/>
                <a:cs typeface="Arial" pitchFamily="34" charset="-120"/>
              </a:rPr>
              <a:t>Explore managed runtime deployment, Sessions, Memory Bank, and Context Caching.</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20000"/>
              </a:lnSpc>
              <a:buNone/>
            </a:pPr>
            <a:r>
              <a:rPr lang="en-US" sz="77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79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lIns="0" tIns="0" rIns="0" bIns="0" rtlCol="0" anchor="t"/>
          <a:lstStyle/>
          <a:p>
            <a:pPr indent="0" marL="0">
              <a:lnSpc>
                <a:spcPct val="124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a:t>
            </a:r>
            <a:endParaRPr lang="en-US" sz="780" dirty="0"/>
          </a:p>
          <a:p>
            <a:pPr indent="0" marL="0">
              <a:lnSpc>
                <a:spcPct val="124000"/>
              </a:lnSpc>
              <a:buNone/>
            </a:pPr>
            <a:r>
              <a:rPr lang="en-US" sz="810" b="1" dirty="0">
                <a:solidFill>
                  <a:srgbClr val="202124"/>
                </a:solidFill>
                <a:latin typeface="Arial" pitchFamily="34" charset="0"/>
                <a:ea typeface="Arial" pitchFamily="34" charset="-122"/>
                <a:cs typeface="Arial" pitchFamily="34" charset="-120"/>
              </a:rPr>
              <a:t>Authors: </a:t>
            </a:r>
            <a:pPr indent="0" marL="0">
              <a:lnSpc>
                <a:spcPct val="124000"/>
              </a:lnSpc>
              <a:buNone/>
            </a:pPr>
            <a:r>
              <a:rPr lang="en-US" sz="810" dirty="0">
                <a:solidFill>
                  <a:srgbClr val="3C4043"/>
                </a:solidFill>
                <a:latin typeface="Arial" pitchFamily="34" charset="0"/>
                <a:ea typeface="Arial" pitchFamily="34" charset="-122"/>
                <a:cs typeface="Arial" pitchFamily="34" charset="-120"/>
              </a:rPr>
              <a:t>Principal AI Architect • Cloud Solutions Architecture • Enterprise AI Field Engineering</a:t>
            </a:r>
            <a:endParaRPr lang="en-US" sz="780" dirty="0"/>
          </a:p>
          <a:p>
            <a:pPr indent="0" marL="0">
              <a:lnSpc>
                <a:spcPct val="124000"/>
              </a:lnSpc>
              <a:buNone/>
            </a:pPr>
            <a:r>
              <a:rPr lang="en-US" sz="810" b="1" dirty="0">
                <a:solidFill>
                  <a:srgbClr val="202124"/>
                </a:solidFill>
                <a:latin typeface="Arial" pitchFamily="34" charset="0"/>
                <a:ea typeface="Arial" pitchFamily="34" charset="-122"/>
                <a:cs typeface="Arial" pitchFamily="34" charset="-120"/>
              </a:rPr>
              <a:t>Other contributors: </a:t>
            </a:r>
            <a:pPr indent="0" marL="0">
              <a:lnSpc>
                <a:spcPct val="124000"/>
              </a:lnSpc>
              <a:buNone/>
            </a:pPr>
            <a:r>
              <a:rPr lang="en-US" sz="81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a:t>
            </a:r>
            <a:endParaRPr lang="en-US" sz="780" dirty="0"/>
          </a:p>
          <a:p>
            <a:pPr indent="0" marL="0">
              <a:lnSpc>
                <a:spcPct val="124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DOC-MT-06: Production Verification: 10-Point Red-Team Breach Simulation &amp; Cloud Console Runbook (DOC-MT-06)</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2026-10-30T18:57:58Z</dcterms:created>
  <dcterms:modified xsi:type="dcterms:W3CDTF">2026-10-30T18:57:58Z</dcterms:modified>
</cp:coreProperties>
</file>