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WS5 • 80/20 Code Reuse Architecture &amp; Multi-Tenant Agentic Triad: Workstream 5 Executive Decision Guide  •  80% Reusable 5-Hop ADK Core + 20% Parameterized Terraform Topologies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WS5 • Uncached Multi-Tenant Prompt vs. 90% Prefix Cache &amp; Zero-PII OTel Span: Workstream 5 FinOps &amp; Telemetry  •  84.7% Net Token Savings via 90% Shared Prefix Cache + Zero-PII OTel Spans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WS5 • 5-Actor UML Sequence: Multi-Tenant Agentic Triad &amp; FinOps Chargeback: Workstream 5 Agentic Triad Sequence  •  Shared + Private Agents + Dynamic GCS Skills + Zero-PII FinOps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WS5 • ACT III: EXECUTIVE 2-QUESTION TOPOLOGY SELECTOR &amp; LIVE PROMOTION LOOP: Workstream 5 Decision &amp; Promotion Loop  •  2-Question Selector + 80/20 Terraform Deployment + Live Tier Promotion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5 • Decision Guide, Agentic Triad &amp; Program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Proven 1,000-Tenant Portfolio Economics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950 Standard and 50 Enterprise tenants, Pattern C reduces Gemini 2.5 Pro input token spend by 84.7%, lowers total cloud TCO by 74% vs. all-siloed, and maintains a 99.99% SLA.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#78 Blueprint, Zones &amp; Request Flow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Unveils the 56-shape Google Cloud Architecture Center (#78) diagram, decomposes 3 trust zones, transforms OBO/DPoP wire payloads &amp; traces 5-actor UML.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14-slide 3-Act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Decision Tree (Patterns A, B &amp; 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— Universal Regulatory Sovereignty Mandate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Sovereign Cloud Across 100% of Tenants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B (Zero-Trust Sovereign Silos) • $1,850/mo Baseline Floor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— Single-Tier vs. Multi-Tier SaaS Packaging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Enterprise SaaS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A ($42/mo Pool) or Pattern C (Blended Pool + PSC Spokes)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Non-Destructive Architectural Evolution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Shared 5-Hop Runtime Interface (core-cymbal-agent/runtime_pipeline.py)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Add PSC ServiceAttachment Spokes Declaratively via Terraform (4.6)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Built-In Mid-Contract Upsell Engine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SHADOW_SYNC (0ms Lag) -&gt; ATOMIC_CUTOVER (Firestore)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Enterprise Tier Upgrades into a Same-Day Automated Product Capability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 Architecture &amp; Multi-Tenant Agentic Triad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(Executive Decision Inputs)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Silo?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Contractual Project /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/ CMEK Mandate?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Hybrid?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Control Plane +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Upgrades?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 Target ($313k/mo)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Selects Pattern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B, or C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Core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INVARIANT 5-HOP ADK 2.0 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(runtime_pipeline.py — 80% Reusable)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Agentic Triad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Private Agents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90%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Prefix Cache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Telemetry &amp; 3LO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Workspace MCP Hub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20% Terraform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Adapter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20/20 Automated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CI/CD Gates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PARAMETERIZED TERRAFORM TARGETS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(Modules 2.6, 3.6 &amp; 4.6)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2.6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Module 2.6: Pooled Cloud Run v2 + AlloyDB RLS Starter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3.6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4.6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&amp; Hybrid PSC Spoke Blueprints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Zero-PII BigQuery Chargeback &amp; 10-Week Rollout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Executive Decision Guide  •  80% Reusable 5-Hop ADK Core + 20% Parameterized Terraform Topologies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Uncached Multi-Tenant Prompt vs. 90% Prefix Cache &amp; Zero-PII OTel Span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Uncached Raw Prompt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Unhashed Telemetry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"sys_prompt": "32,000 tok"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"billing_mode"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"100% full input token rate"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"raw_log_payload"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&lt;unredacted tenant PII&gt;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&amp; OTel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Normalizer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Prefix Cache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&amp; Think Cap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Hasher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Chargeback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 Span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"finvault",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"cached_tokens": 32000,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"dynamic_tokens": 1800,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"net_savings": "84.7%",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"prompt_sha256": "e3b0c44298fc",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"raw_pii_logged": false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FinOps &amp; Telemetry  •  84.7% Net Token Savings via 90% Shared Prefix Cache + Zero-PII OTel Spans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5-Actor UML Sequence: Multi-Tenant Agentic Triad &amp; FinOps Chargeback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DIAG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Agent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Tenant Agent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 MCP Hub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FinOps OTel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submits complex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risk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ADK 2.0 runtime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Authenticated Query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Agent checks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&amp; delegates to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Private Agent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ARD Visibility → A2A Scoped Delegation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Agent hot-loads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GCS skill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container rebuild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GCS • Dynamic Skill Hot-Swap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Hits 90% shared 32k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within 8k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thinking token budget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+ 8k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Savings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Invokes 2LO Telemetry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3LO Workspace MCP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OBO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Scoped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Hashes prompt (SHA-256)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zero-PII span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BigQuery chargeback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SHA-256 Prompt Hash (Zero Raw PII)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Tenant Cost Row (BigQuery Ledger)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BQ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Agentic Triad Sequence  •  Shared + Private Agents + Dynamic GCS Skills + Zero-PII FinOps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EXECUTIVE 2-QUESTION TOPOLOGY SELECTOR &amp; LIVE PROMOTION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Dynamic Architecture Selection &amp; Lifecycle Promotion Across Patterns A, B &amp; C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Contractual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/ CMEK?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Single Hub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Upgrades?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(2.6 / 3.6 / 4.6)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Certified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Runtime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Evaluates regulatory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blast-radius mandate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If Q1=Yes &amp; single-org,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Pattern 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($1,850/mo)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Evaluates portfolio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mix: Pattern A ($42/mo)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vs. Pattern C Hybrid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Provisions 80% shared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2.0 core + 20%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infrastructure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Commercial tenants onboarded 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seamlessly promote to Pattern 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spokes as enterprise requirements grow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Decision &amp; Promotion Loop  •  2-Question Selector + 80/20 Terraform Deployment + Live Tier Promotion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20/20 security &amp; migration telemetry across Patterns A, B &amp; C in Cloud Logging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Authentic Pantheon console &amp; SSH runtime attestation across 3 Google Cloud projects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screenshots/cloud-console/pantheon_live_user_capture_ssh_verify.png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80/20 UNIFIED CODEBASE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Identical 5-Hop Python Pipeline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runtime_pipeline.py executes unchanged across Pattern A Pool, Pattern B Silo, and Pattern C Hybrid PSC.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MULTI-TENANT AGENTIC TRIAD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 + Dynamic GCS Skills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 Tenant Private Agents and runtime GCS skill hot-swapping.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ZERO-PII BIGQUERY FINOPS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Hashing &amp; Token Chargeback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Logs cached vs. dynamic token counts and latency per tenant_id to BigQuery with zero raw PII text.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COMPLETE 24-FILE WORKBENCH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/ 3.6 / 4.6 &amp; 20/20 Test Suite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Ships production Terraform modules, ADK 2.0 runtime code, and 20/20 automated verification gates.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10-Week Phased Production Rollout Across Patterns A, B &amp; C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 Siloed ($$$) as One Continuous Platform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 12-Point Forensic &amp; 20-Test Simulation Suite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2026-10-19T06:46:37Z</dcterms:created>
  <dcterms:modified xsi:type="dcterms:W3CDTF">2026-10-19T06:46:37Z</dcterms:modified>
</cp:coreProperties>
</file>