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2.0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and AWS environments confirming that the entire 24-file codebase, all fourteen official architecture blueprints, all 20/20 Intra-Cloud GCP runtime simulations, all 30/30 Inter-Cloud 10-SaaS AWS AgentCore MCP and live EC2 execution twin flows (60/60 assertions), and all 12/12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24-file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80% Reusable 5-Hop Codebase</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Engineering writes the 5-hop ADK 2.0 security and governance pipeline once; Patterns A, B, and C merely parameterize the surrounding Google Cloud isolation boundary.</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Triad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Proven 1,000-Tenant Portfolio Economics</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-&gt; L2 Figure 1 -&gt; L3 Triad -&gt;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Pantheon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24-File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24-file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2.0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cymbal-control-plane</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2.0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2.0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20/20 GCP &amp; 30/30 SAAS AUDIT LEDGER</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Ledger: Cloud Logging — 20/20 PASS (10 + 6 + 4)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Projects: #248990048888 • #638420508320 •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Telemetry: tenant_telemetry_spans (BigQuery OTel • 0 PII)</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PANTHEON LIVE VERIFICATION</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Authentic Pantheon console &amp; SSH runtime attestation across 3 Google Cloud projects &amp; 10 SaaS targets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Capture: Pantheon Cloud Run Source + Cloud Shell SSH</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Dual-Plane: 20/20 GCP + 30/30 10-SaaS MCP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PASS (run_deep_forensic_audit.py)</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screenshots/cloud-console/pantheon_live_user_capture_ssh_verify.png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24-FILE WORKBENCH &amp; 30/30 SAAS GATE</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2.6/3.6/4.6, 20/20 GCP &amp; 30/30 SaaS Suite</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Terraform modules, ADK 2.0 runtime code, 20/20 Intra-Cloud GCP suites, and 30/30 Inter-Cloud 10-SaaS AWS AgentCore MCP &amp; :3001..3010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24-file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2.0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2026-10-21T15:27:52Z</dcterms:created>
  <dcterms:modified xsi:type="dcterms:W3CDTF">2026-10-21T15:27:52Z</dcterms:modified>
</cp:coreProperties>
</file>