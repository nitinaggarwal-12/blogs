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SPIFFE Pinning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 audit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08422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Zero Egress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36185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46620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 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73468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399178" y="5337353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 (or HTTP 423 Locked)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 VPC-SC tenant project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77079" y="298094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 PAB policy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51806" y="2299716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 SPIFFE SAN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16091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20233" y="1463954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IAM PAB Verifier: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Sovereign Hub Router: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IAM PAB Verifier, the request is forwarded to Sovereign Hub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Okta or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ADK 2.0 agents on dedicated compute instances and isolated gVisor microVMs.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VPC-SC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VPC-SC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VPC-SC &amp;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assert_tenant_cmek_active_or_halt(kms_key_name: str, tenant_id: str) -&gt; dict: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"""Fails closed with HTTP 423 Locked within &lt;=60s if the tenant revokes their CMEK key."""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crypto_key = client.get_crypto_key(request={"name": kms_key_name})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primary_state = crypto_key.primary.state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primary_state != kms_v1.CryptoKeyVersion.CryptoKeyVersionState.ENABLED: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Flush any warm session state and halt execution immediately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PermissionError(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 423 LOCKED: Tenant '{tenant_id}' CMEK key '{kms_key_name}' is {primary_state.name}. 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"Sovereign crypto-shredding enforced."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{"tenant_id": tenant_id, "cmek_state": "ENABLED", "verified": True}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2026-10-16T04:38:05Z</dcterms:created>
  <dcterms:modified xsi:type="dcterms:W3CDTF">2026-10-16T04:38:05Z</dcterms:modified>
</cp:coreProperties>
</file>