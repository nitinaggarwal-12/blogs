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2.0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visual receipts from our live Google Cloud projects confirming that the entire 24-file codebase, all fourteen official architecture blueprints, all twelve forensic verification gates, and all twenty runtime breach and migration simulations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2.0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Pantheon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Triad Pillar 1: 5-Hop Governance &amp;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Hops 1, 2 &amp; 4 (OBO/DPoP, Catalog PDP, Model Armor) and applies the 2-Question Decision Tree to dispatch to Pattern A, B, or C.</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Triad Pillar 3: Zero-PII FinOps &amp; SCC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Streams SDP-redacted OpenTelemetry spans into BigQuery to power Even Split, Proportional Chargeback, and Tiered FinOps models.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Triad Pillar 2: Pattern A Pooled Unit Economics</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Combines 90% shared ContextCacheConfig discounts, Memorystore Valkey RPM bulkheads, 4,000-token caps, and AlloyDB RLS (120 RPM Pool unit cost).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Regulated Scale: Pattern B Silos &amp; Pattern C PSC</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Delivers dedicated VPC-SC + IAM PAB + Cloud KMS CMEK kill-switches (HTTP 423), air-gapped Gemma 3, and zero-downtime PSC tier upgrades.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10,000+ multi-tier tenants enter at Step 1 through a unified front door and receive a zero-bleed, SLA-verified response at Step 7.</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(Triad Pillar 1 — Zero-Trust Ingress &amp; Decision Selector): Evaluates Hop 1 Identity, Hop 4 Model Armor, Hop 2 Catalog, and the 2-Question Topology Selector.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(Triad Pillar 3 — FinOps &amp; Security Governance): Security Command Center, 3 Chargeback SQL Models, and BigQuery OTel Sink govern compliance and billing.</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(Triad Pillar 2 — Pattern A Pooled Unit Economics): Enforces Memorystore Valkey RPM bulkheads, 4,000 thinking token caps, 90% prefix cache discount,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2.0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2.0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20/20 SIMULATION AUDIT LEDGER</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Complete 20/20 security &amp; migration telemetry across Patterns A, B &amp; C in Cloud Logging</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Ledger: Cloud Logging Logs Explorer — 20/20 PASS (WS2 10 + WS3 6 + WS4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Projects: #248990048888 • #638420508320 •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Telemetry: cymbal_agentic_finops_otel.tenant_telemetry_spans (0 raw PII)</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PANTHEON LIVE VERIFICATION</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Authentic Pantheon console &amp; SSH runtime attestation across 3 Google Cloud projects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Capture: Pantheon Cloud Run Source Tab + docked Cloud Shell SSH</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root@localhost:/app# — core_cymbal_agent 9/9 unit tests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 (run_deep_forensic_audit.py)</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screenshots/cloud-console/pantheon_live_user_capture_ssh_verify.png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COMPLETE 24-FILE WORKBENCH</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 / 3.6 / 4.6 &amp; 20/20 Test Suite</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production Terraform modules, ADK 2.0 runtime code, and 20/20 automated verification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2.0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2026-10-20T13:07:18Z</dcterms:created>
  <dcterms:modified xsi:type="dcterms:W3CDTF">2026-10-20T13:07:18Z</dcterms:modified>
</cp:coreProperties>
</file>