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ACT III: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3-STAGE UNIFIED 80/20 ARCHITECTURE &amp; AGENTIC TRIAD PIPELINE: Workstream 5 Solution Synthesis  •  Stage 1 80/20 Shared ADK Core → Stage 2 Multi-Tenant Agentic Triad → Stage 3 20/20 Automated Verification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&amp;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3-STAGE UNIFIED 80/20 ARCHITECTURE &amp; AGENTIC TRIAD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Solution Synthesis: 80/20 Shared ADK Core → Agentic Triad → 20/20 Gates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80/20 Core &amp; IaC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Python ADK 2.0 Engine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 Terraform Topologies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core-cymbal-agent/ + Terraform 2.6/3.6/4.6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80% Identical 5-Hop Application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Code Across Pooled, Silo &amp; Hybrid Tiers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Agentic Triad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Agents,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Skills &amp; 2LO/3LO MCP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GCS Skills • OIDC/Entra 3LO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FinVault Private Agent Alpha &amp; Scoped MCP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20/20 Verification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Breach, Silo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Gate Certification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Pattern A + 6 Pattern B + 4 Pattern C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100% Fail-Closed Isolation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74% Portfolio TCO Savings in Production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Solution Synthesis  •  Stage 1 80/20 Shared ADK Core → Stage 2 Multi-Tenant Agentic Triad → Stage 3 20/20 Automated Verification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 Siloed ($$$) as One Continuous Platform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 12-Point Forensic &amp; 20-Test Simulation Suite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