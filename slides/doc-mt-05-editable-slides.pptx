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3-stage elastic tenant tier lifecycle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Selector, Competing Tenant Profiles &amp; Unified Google Cloud Stack
• Decision Gate 1 (Universal Regulatory Sovereignty Mandate): Do 100% of your customers legally require dedicated GCP projects, VPC Service Controls, IAM PAB, and customer-revocable CMEK kill-switches? If YES, standardize on Pattern B ($1,850/mo).
• Decision Gate 2 (Single-Tier vs. Multi-Tier SaaS Packaging): If not all customers require physical silos, choose Pattern A ($42/mo shared pool, 90% prefix cache) for one uniform commercial tier, or Pattern C (74% TCO savings) for multi-tier portfolios.
• Competing Tenant Profiles (FinVault Bank vs. RetailStream Corp): Co-host RetailStream in the $42/mo Standard pool (Entra ID, 4k cap, 120 RPM) and isolate FinVault in an $1,850/mo Enterprise spoke/silo (Workspace, 8k cap, 600 RPM, Agent Alpha, CMEK).
• One 80% Reusable 5-Hop Google Cloud Stack: Cloud Armor, IAP OBO/DPoP, Agent Engine Registry, Memorystore Valkey, Gemini 2.5 Pro / Gemma 3, Model Armor, Cloud DLP, AlloyDB RLS/CMEK, and BigQuery OTel power all three patterns without code forks.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ACT III: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Unified 5-Hop Module Mapping &amp; 20/20 Verification Matrix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3-STAGE UNIFIED 80/20 ARCHITECTURE &amp; AGENTIC TRIAD PIPELINE: Workstream 5 Solution Synthesis  •  Stage 1 80/20 Shared ADK Core → Stage 2 Multi-Tenant Agentic Triad → Stage 3 20/20 Automated Verification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3-stage elastic tenant tier lifecycle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Selector, Competing Tenant Profiles &amp; Unified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(Universal Regulatory Sovereignty Mandate)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IAM PAB, and customer-revocable CMEK kill-switches? If YES, standardize on Pattern B ($1,850/mo).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EU DORA Across 100% of Customer Contracts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Gate 1: YES -&gt; Select Pattern B (Sovereign Silos • $1,850/mo • VPC-SC + PAB + CMEK)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Decision Gate 1: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(Single-Tier vs. Multi-Tier SaaS Packaging)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choose Pattern A ($42/mo shared pool, 90% prefix cache) for one uniform commercial tier, or Pattern C (74% TCO savings) for multi-tier portfolios.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Standard + Enterprise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Gate 2: Select Pattern A ($42/mo Pool) or Pattern C (Pool + PSC Spokes + 0ms Live Upgrade)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Decision Gate 2: Packaging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Competing Tenant Profiles (FinVault Bank vs. RetailStream Corp)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 RetailStream in the $42/mo Standard pool (Entra ID, 4k cap, 120 RPM) and isolate FinVault in an $1,850/mo Enterprise spoke/silo (Workspace, 8k cap, 600 RPM, Agent Alpha, CMEK).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FinVault Bank ($1,850/mo Enterprise Spoke/Silo) vs. RetailStream ($42/mo Standard Pool)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Cross-Tenant Bleed + Live Mid-Conversation Promotion from Pool to PSC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Competing Enterprise Tenants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Google Cloud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 OBO/DPoP, Agent Engine Registry, Memorystore Valkey, Gemini 2.5 Pro / Gemma 3, Model Armor, Cloud DLP, AlloyDB RLS/CMEK, and BigQuery OTel power all three patterns without code forks.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• Agent Engine • Gemini 2.5 Pro • Valkey • Model Armor • AlloyDB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2.0 Codebase • 12/12 Forensic Gates &amp; 20/20 Simulations PASS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5-Hop Google Cloud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&amp;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&amp; 20/20 Verification Matrix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strips X-Tenant-Id + IAP OIDC + RFC 8693 OBO &amp; RFC 9449 DPoP (Test 1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(HTTP 401) + IAM Principal Access Boundary (Tests 1–2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 (Hybrid Test 1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 (Tests 2–3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 (Test 3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 (Hybrid Test 2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Run v2 + Valkey RPM (120/600, 429) + L1–L5 Memory namespaces (Tests 6–7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(&lt;60s HTTP 423) + private GKE Gemma 3 27B (Tests 4A–5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cap, Test 3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Model Armor (400 injection / 422 NLC) + Cloud DLP PII masking + -32042 3LO (Tests 4,5,8,10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 (Silo Gate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 (Spoke Gate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(0 leaked rows) + BigQuery OTel (Test 9 &amp; F-08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 AlloyDB + Dual-Silo RetailStream/FinVault parity (Test 6 &amp; F-08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3-phase zero-downtime CDC live migrator (0ms lag, 0 dropped turns, Hybrid Test 4 &amp; F-09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1–2: Identity &amp; Catalog Verification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Certified across all 20 simulations: Cloud Armor strips forged headers, IAP mints DPoP OBO tokens, and Discovery Engine enforces 403 ACLs.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3: Compute, Cache &amp; CMEK Verification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enforces 120/600 RPM bulkheads (429), clamps 4k/8k thinking budgets, isolates 90% prefix caches, and halts revoked CMEK keys in &lt;60s (423).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4–5: Guardrails, RLS &amp; FinOps Proof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+ SDP block prompt injection (400), NLC violations (422) &amp; PII leaks while AlloyDB FORCE RLS and BigQuery OTel certify 0 bleed.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(10 Pattern A + 6 Pattern B + 4 Pattern C) in CI/CD.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3-STAGE UNIFIED 80/20 ARCHITECTURE &amp; AGENTIC TRIAD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Solution Synthesis: 80/20 Shared ADK Core → Agentic Triad → 20/20 Gates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80/20 Core &amp; IaC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Python ADK 2.0 Engine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 Terraform Topologies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core-cymbal-agent/ + Terraform 2.6/3.6/4.6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80% Identical 5-Hop Application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Code Across Pooled, Silo &amp; Hybrid Tiers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Agentic Triad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Agents,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Skills &amp; 2LO/3LO MCP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GCS Skills • OIDC/Entra 3LO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Private Agent Alpha &amp; Scoped MCP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20/20 Verification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Breach, Silo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Gate Certification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Pattern A + 6 Pattern B + 4 Pattern C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100% Fail-Closed Isolation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74% Portfolio TCO Savings in Production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Solution Synthesis  •  Stage 1 80/20 Shared ADK Core → Stage 2 Multi-Tenant Agentic Triad → Stage 3 20/20 Automated Verification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 Siloed ($$$) as One Continuous Platform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 12-Point Forensic &amp; 20-Test Simulation Suite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deploy the 3-stage elastic multi-tenant architecture.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