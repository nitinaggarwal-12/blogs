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In this six-slide executive and technical briefing, we are walking through Multi-Tenant AI Agents (Part 5): Production Validation, Dual-Plane CI/CD Audit &amp; Runbook.</a:t>
            </a:r>
            <a:endParaRPr lang="en-US" dirty="0"/>
          </a:p>
          <a:p>
            <a:r>
              <a:rPr lang="en-US" dirty="0"/>
              <a:t>In Part 5 of our series, we move from architecture into continuous production assurance—presenting our fail-closed dual-plane CI/CD forensic gate across twenty intra-cloud Google Cloud assertions and thirty inter-cloud SaaS MCP target checks.</a:t>
            </a:r>
            <a:endParaRPr lang="en-US" dirty="0"/>
          </a:p>
          <a:p>
            <a:r>
              <a:rPr lang="en-US" dirty="0"/>
              <a:t>With our business goal and architectural thesis set, let's turn to Slide 2 to examine the complete Figure 1 Google Cloud Hub-and-Spoke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executive overview we just covered on Slide 1, this diagram gives us the complete end-to-end physical map of the system on Google Cloud.</a:t>
            </a:r>
            <a:endParaRPr lang="en-US" dirty="0"/>
          </a:p>
          <a:p>
            <a:r>
              <a:rPr lang="en-US" dirty="0"/>
              <a:t>Figure 1 maps our end-to-end production validation topology across Google Cloud and governed external SaaS connectors—verifying Cloud Armor WAF rules, VPC topologies, five-hop runtime guards, and cross-cloud OAuth token-exchange boundaries on every release.</a:t>
            </a:r>
            <a:endParaRPr lang="en-US" dirty="0"/>
          </a:p>
          <a:p>
            <a:r>
              <a:rPr lang="en-US" dirty="0"/>
              <a:t>Now that we see where each component sits in Figure 1, let's move to Slide 3 to walk through how a live request flows across these services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Taking the physical components from the Figure 1 blueprint on Slide 2, this slide unpacks the exact step-by-step runtime workflow.</a:t>
            </a:r>
            <a:endParaRPr lang="en-US" dirty="0"/>
          </a:p>
          <a:p>
            <a:r>
              <a:rPr lang="en-US" dirty="0"/>
              <a:t>Walking through the six verification stages on this slide shows how our twelve-stage automated audit validates live infrastructure state, Terraform resource graphs, cryptographic SHA-256 artifact manifests, and twenty-for-twenty runtime breach and failover tests before traffic shifts.</a:t>
            </a:r>
            <a:endParaRPr lang="en-US" dirty="0"/>
          </a:p>
          <a:p>
            <a:r>
              <a:rPr lang="en-US" dirty="0"/>
              <a:t>Having seen how the components interact step by step on Slide 3, let's turn to Slide 4 to see how this architecture solves a concrete enterprise customer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Following our step-by-step technical workflow on Slide 3, this slide connects the architecture directly to tangible business value and the managed Google Cloud services that power it.</a:t>
            </a:r>
            <a:endParaRPr lang="en-US" dirty="0"/>
          </a:p>
          <a:p>
            <a:r>
              <a:rPr lang="en-US" dirty="0"/>
              <a:t>For SRE and DevSecOps leaders, this slide connects automated release gating to day-two operational confidence—preventing configuration drift, cross-tenant IAM regressions, or unverified container deployments from ever reaching customer traffic.</a:t>
            </a:r>
            <a:endParaRPr lang="en-US" dirty="0"/>
          </a:p>
          <a:p>
            <a:r>
              <a:rPr lang="en-US" dirty="0"/>
              <a:t>Once business and technical leaders see how the use case works on Slide 4, the natural next question is: how does this compare to alternative designs, and what are the trade-offs? Let's look at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customer use case from Slide 4, this slide evaluates our architectural trade-offs so decision-makers have full confidence in why this design is recommended.</a:t>
            </a:r>
            <a:endParaRPr lang="en-US" dirty="0"/>
          </a:p>
          <a:p>
            <a:r>
              <a:rPr lang="en-US" dirty="0"/>
              <a:t>This operational matrix compares continuous live-cloud forensic gating and cryptographic receipt verification against static lint-only CI pipelines and manual security reviews across mean-time-to-detect, audit readiness, and release velocity.</a:t>
            </a:r>
            <a:endParaRPr lang="en-US" dirty="0"/>
          </a:p>
          <a:p>
            <a:r>
              <a:rPr lang="en-US" dirty="0"/>
              <a:t>With the architectural trade-offs clear here on Slide 5, let's turn to our final slide—Slide 6—to walk through the deployment checklist and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Rounding out the design trade-offs from Slide 5, our closing slide transitions from architecture into hands-on production deployment.</a:t>
            </a:r>
            <a:endParaRPr lang="en-US" dirty="0"/>
          </a:p>
          <a:p>
            <a:r>
              <a:rPr lang="en-US" dirty="0"/>
              <a:t>Finally, here is the complete Day-2 SRE command checklist to run the twelve-for-twelve deep forensic audit and twenty-seven-file workbench verification suite.</a:t>
            </a:r>
            <a:endParaRPr lang="en-US" dirty="0"/>
          </a:p>
          <a:p>
            <a:r>
              <a:rPr lang="en-US" dirty="0"/>
              <a:t>That concludes our six-slide briefing—let's open the floor for your questions or launch the interactive codebase workbench to inspect the implementation files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&amp; Gemini PT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SPIFFE Pinning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 audit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08422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Zero Egress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36185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46620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 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73468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399178" y="5337353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 (or HTTP 423 Locked)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 VPC-SC tenant project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77079" y="298094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 PAB policy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51806" y="2299716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 SPIFFE SAN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16091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20233" y="1463954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IAM PAB Verifier, the request is forwarded to Sovereign Hub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Cloud Identity or Microsoft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Google ADK agents on dedicated compute instances and isolated gVisor microVMs.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VPC-SC &amp;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assert_tenant_cmek_active_or_halt(kms_key_name: str, tenant_id: str) -&gt; dict: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"""Fails closed with HTTP 423 Locked within &lt;=60s if the tenant revokes their CMEK key."""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crypto_key = client.get_crypto_key(request={"name": kms_key_name})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primary_state = crypto_key.primary.state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primary_state != kms_v1.CryptoKeyVersion.CryptoKeyVersionState.ENABLED: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Flush any warm session state and halt execution immediately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PermissionError(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 423 LOCKED: Tenant '{tenant_id}' CMEK key '{kms_key_name}' is {primary_state.name}. 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"Sovereign crypto-shredding enforced."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{"tenant_id": tenant_id, "cmek_state": "ENABLED", "verified": True}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2026-10-28T13:34:25Z</dcterms:created>
  <dcterms:modified xsi:type="dcterms:W3CDTF">2026-10-28T13:34:25Z</dcterms:modified>
</cp:coreProperties>
</file>