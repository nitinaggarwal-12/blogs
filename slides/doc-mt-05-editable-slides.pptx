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Multi-Tenant Agentic Triad (Workstream 5)
Workstream 5 capstone: 2-question topology decision tree, side-by-side Well-Architected comparison matrix, 1,000-tenant FinOps TCO model, and 10-week production rollout roadmap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• 10,000+ multi-tier tenants enter at Step 1 through a unified front door and receive a zero-bleed, SLA-verified response at Step 7.
• Zone 1 (Triad Pillar 1 — Zero-Trust Ingress &amp; Decision Selector): Evaluates Hop 1 Identity, Hop 4 Model Armor, Hop 2 Catalog, and the 2-Question Topology Selector.
• Zone 2 (Triad Pillar 3 — FinOps &amp; Security Governance): Security Command Center, 3 Chargeback SQL Models, and BigQuery OTel Sink govern compliance and billing.
• Zone 3 (Triad Pillar 2 — Pattern A Pooled Unit Economics): Enforces Memorystore Valkey RPM bulkheads, 4,000 thinking token caps, 90% prefix cache discount, and AlloyDB RLS.
• Zone 4 (Pattern B Silos &amp; Pattern C PSC Spokes): Enforces VPC-SC &amp; IAM PAB perimeters, air-gapped Gemma 3 / Gemini 2.5 Pro hosting, PSC spoke routing, and CMEK kill-switches.
Editable source: diagrams/ws5-decision-tree-and-agentic-triad.drawio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2-Question Topology Decision Tree (Patterns A, B &amp; C)
• Decision Gate 1 — Universal Regulatory Sovereignty Mandate: Do 100% of your customers legally require dedicated GCP projects, VPC Service Controls, and customer-revocable CMEK kill-switches? If YES, standardize on Pattern B.
• Decision Gate 2 — Single-Tier vs. Multi-Tier SaaS Packaging: If not all customers require physical silos, do you sell a single commercial tier or both Standard and Enterprise tiers? Choose Pattern A for one tier, or Pattern C for both.
• Non-Destructive Architectural Evolution: Launching on Pattern A in Week 4 never creates technical debt—you evolve into Pattern C in Week 10 by attaching Private Service Connect spokes without rewriting your agent.
• Built-In Mid-Contract Upsell Engine: Only Pattern C embeds the 3-phase zero-downtime migration state machine that promotes a live Standard tenant into a dedicated Enterprise spoke without dropping active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WS5 • 80/20 Code Reuse Architecture &amp; Multi-Tenant Agentic Triad: Workstream 5 Executive Decision Guide  •  80% Reusable 5-Hop ADK Core + 20% Parameterized Terraform Topologies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WS5 • Uncached Multi-Tenant Prompt vs. 90% Prefix Cache &amp; Zero-PII OTel Span: Workstream 5 FinOps &amp; Telemetry  •  84.7% Net Token Savings via 90% Shared Prefix Cache + Zero-PII OTel Spans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WS5 • 5-Actor UML Sequence: Multi-Tenant Agentic Triad &amp; FinOps Chargeback: Workstream 5 Agentic Triad Sequence  •  Shared + Private Agents + Dynamic GCS Skills + Zero-PII FinOps OTel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WS5 • Executive 2-Question Topology Selector &amp; Live Promotion Loop: Workstream 5 Decision &amp; Promotion Loop  •  2-Question Selector + 80/20 Terraform Deployment + Live Tier Promotion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Unified 5-Hop Module Mapping Across Patterns A, B &amp; C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Multi-Tenant Topology Comparison Matrix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5 • Decision Guide, Agentic Triad &amp; Program Wrap-up.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WS5 • 10-Week Enterprise Multi-Tenant Rollout Roadmap: Workstream 5 Program Roadmap  •  Weeks 1–3 (Pattern A MVP) → Weeks 4–6 (FinOps &amp; OTel) → Weeks 7–10 (Silos &amp; PSC)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WS5 • 80/20 Code Reuse, Agentic Triad &amp; Automated CI/CD Governance: Workstream 5 Program Operating Model  •  80/20 Code Reuse + Multi-Tenant Agentic Triad + 20/20 CI/CD 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Resolve Regulatory Mandates Before Product Packaging: Always evaluate whether compliance requires physical per-tenant projects (Gate 1 -&gt; Pattern B) before choosing between single-tier (Pattern A) and multi-tier (Pattern C).
• Standardize on One 5-Hop Security Pipeline Across All Tiers: Keep 80% of your Python ADK 2.0 application code identical across Pooled, Siloed, and Hybrid environments.
• Treat Pooled ($), Hybrid ($$), and Siloed ($$$) as One Continuous Platform: Use Firestore routing metadata and Private Service Connect to move tenants across tiers without changing URLs or rewriting agents.
• Balance All Three Pillars of the Agentic Triad: Combining 5-hop zero-trust security, 90% prefix caching + Valkey bulkheads, and zero-PII BigQuery OTel chargeback protects both CISO compliance and CFO margins.
• Gate Every Production Release on the 12-Point Forensic &amp; 20-Test Simulation Suite: Run `python3 -B scripts/run_deep_forensic_audit.py` to certify code, diagrams, Terraform blueprints, and live GCP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Pooled, Siloed, or Hybrid? Executive Decision Guide &amp; Multi-Tenant Agentic Triad (Workstream 5)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capstone: 2-question topology decision tree, side-by-side Well-Architected comparison matrix, 1,000-tenant FinOps TCO model, and 10-week production rollout roadmap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Two Architectural Questions Select Your Pattern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First evaluate whether 100% of tenants legally require dedicated cloud projects (Pattern B); second evaluate whether you sell one uniform tier (Pattern A) or multiple tiers (Pattern C).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One 80% Reusable 5-Hop Codebase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Engineering writes the 5-hop ADK 2.0 security and governance pipeline once; Patterns A, B, and C merely parameterize the surrounding Google Cloud isolation boundary.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Multi-Tenant Agentic Triad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Sustainable enterprise AI platforms balance three interdependent pillars—Zero-Trust Cryptographic Security, Predictable Unit Economics, and Zero-PII FinOps Chargeback.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Proven 1,000-Tenant Portfolio Economics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Across 950 Standard and 50 Enterprise tenants, Pattern C reduces Gemini 2.5 Pro input token spend by 84.7%, lowers total cloud TCO by 74% vs. all-siloed, and maintains a 99.99% SLA.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6" name="Text 54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Arc (14 Slides): Act I Architecture → Act II Runtime → Act III Proof &amp; Rollout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Workstream 5 Capstone: Executive Topology Decision Guide &amp; The Multi-Tenant Agentic Triad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Chief Architects, CISOs, and CFOs select between Pattern A, Pattern B, and Pattern C—and how does the Multi-Tenant Agentic Triad balance Cryptographic Tenant Governance, Predictable FinOps COGS, and Zero-PII Observability across 1,000+ tenants?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Triad Pillar 1: 5-Hop Governance &amp; Selector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Hops 1, 2 &amp; 4 (OBO/DPoP, Catalog PDP, Model Armor) and applies the 2-Question Decision Tree to dispatch to Pattern A, B, or C.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Triad Pillar 3: Zero-PII FinOps &amp; SCC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SDP-redacted OpenTelemetry spans into BigQuery to power Even Split, Proportional Chargeback, and Tiered FinOps models.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Triad Pillar 2: Pattern A Pooled Unit Economics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shared ContextCacheConfig discounts, Memorystore Valkey RPM bulkheads, 4,000-token caps, and AlloyDB RLS ($42/mo unit cost).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Regulated Scale: Pattern B Silos &amp; Pattern C PSC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Delivers dedicated VPC-SC + IAM PAB + Cloud KMS CMEK kill-switches (HTTP 423), air-gapped Gemma 3, and zero-downtime PSC tier upgrades.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10,000+ multi-tier tenants enter at Step 1 through a unified front door and receive a zero-bleed, SLA-verified response at Step 7.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(Triad Pillar 1 — Zero-Trust Ingress &amp; Decision Selector): Evaluates Hop 1 Identity, Hop 4 Model Armor, Hop 2 Catalog, and the 2-Question Topology Selector.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(Triad Pillar 3 — FinOps &amp; Security Governance): Security Command Center, 3 Chargeback SQL Models, and BigQuery OTel Sink govern compliance and billing.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(Triad Pillar 2 — Pattern A Pooled Unit Economics): Enforces Memorystore Valkey RPM bulkheads, 4,000 thinking token caps, 90% prefix cache discount,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ramp-portal-dev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Vertex AI Agent Engine &amp; Google ADK Reference Architecture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A Pooled FinOps &amp; COGS Engine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B Silos ($$$) &amp; Pattern C Hybrid ($$)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 &amp; Runtime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Zero-PII OTel &amp; FinOps Chargeback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Multi-Tier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Anycast Ingress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Rate Bulkhead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Gemini 2.5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KMS ECDSA P-256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Policy 422 + SDP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Catalog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Catalog + Tool Prune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79622"/>
            <a:ext cx="760781" cy="164592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88766"/>
            <a:ext cx="72420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 security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2753" y="4817059"/>
            <a:ext cx="521208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1041" y="4826203"/>
            <a:ext cx="4846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44114" y="5451653"/>
            <a:ext cx="678485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62402" y="5460797"/>
            <a:ext cx="64190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68189" y="4817059"/>
            <a:ext cx="560527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86477" y="4826203"/>
            <a:ext cx="52395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56632" y="5451653"/>
            <a:ext cx="782726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74920" y="5460797"/>
            <a:ext cx="74615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39773" y="5603443"/>
            <a:ext cx="521208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58061" y="5612587"/>
            <a:ext cx="4846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53105"/>
            <a:ext cx="738835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62249"/>
            <a:ext cx="70225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53105"/>
            <a:ext cx="669341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62249"/>
            <a:ext cx="632765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482596" y="2870302"/>
            <a:ext cx="639166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00884" y="2879446"/>
            <a:ext cx="60259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Catalog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820570" y="4602175"/>
            <a:ext cx="560527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838858" y="4611319"/>
            <a:ext cx="52395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845259" y="4810658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863547" y="4819802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27732" y="2079346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46020" y="2088490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KMS P-256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27732" y="2710282"/>
            <a:ext cx="512064" cy="148133"/>
          </a:xfrm>
          <a:prstGeom prst="roundRect">
            <a:avLst>
              <a:gd name="adj" fmla="val 30864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46020" y="2719426"/>
            <a:ext cx="475488" cy="1298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 redact PII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53282" y="1141171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71570" y="1150315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53282" y="2719426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71570" y="2728570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32150" y="1141171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0438" y="1150315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32150" y="2645359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0438" y="2654503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VIS-WS5-DECISION-TREE-AND-AGENTIC-TRIAD (diagrams/ws5-decision-tree-and-agentic-triad.drawio)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80%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Reusable Python ADK 2.0 Application Codebase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patterns execute the identical 5-hop security pipeline (core-cymbal-agent/), parameterizing only 20% Terraform boundaries.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 Codebase • 3 Topologies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2-Q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Topology Decision Tree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Maps Contractual Blast-Radius / CMEK Kill-Switch (Q1) and Dynamic Tier Promotion (Q2) directly to Pattern A, B, or C.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Selector Framework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10-Wk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Phased Production Rollout Roadmap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from Pooled MVP (Weeks 1–3) to 5-Hop Hardening (Weeks 4–6), Sovereign Silos (Weeks 7–8), and Hybrid PSC (Weeks 9–10).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Implementation Playbook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14/14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Certified Architecture Center (#78) Blueprints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topology ships with 56 native editable Draw.io shapes, 23 vertex-bound connectors, and 14-slide 3-Act executive walkthroughs.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Editable Vector Assets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 cases — 2-Question Topology Decision Tree (Patterns A, B &amp; 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Use cases — 2-Question Topology Decision Tree (Patterns A, B &amp; C)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Decision Gate 1 — Universal Regulatory Sovereignty Mandate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 100% of your customers legally require dedicated GCP projects, VPC Service Controls, and customer-revocable CMEK kill-switches? If YES, standardize on Pattern B.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Mandate: OCC / HIPAA / FedRAMP High / Sovereign Cloud Across 100% of Tenants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Select Pattern B (Zero-Trust Sovereign Silos) • $1,850/mo Baseline Floor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1: Yes -&gt; Pattern B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Decision Gate 2 — Single-Tier vs. Multi-Tier SaaS Packaging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not all customers require physical silos, do you sell a single commercial tier or both Standard and Enterprise tiers? Choose Pattern A for one tier, or Pattern C for both.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Uniform Commercial B2B SaaS -&gt; Pattern A • Multi-Tier Enterprise SaaS -&gt; Pattern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Select Pattern A ($42/mo Pool) or Pattern C (Blended Pool + PSC Spokes)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2: Pattern A vs. Pattern C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Non-Destructive Architectural Evolution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Launching on Pattern A in Week 4 never creates technical debt—you evolve into Pattern C in Week 10 by attaching Private Service Connect spokes without rewriting your agent.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Shared 5-Hop Runtime Interface (core-cymbal-agent/runtime_pipeline.py)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Add PSC ServiceAttachment Spokes Declaratively via Terraform (4.6)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Zero-Rewrite Evolution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Built-In Mid-Contract Upsell Engine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Only Pattern C embeds the 3-phase zero-downtime migration state machine that promotes a live Standard tenant into a dedicated Enterprise spoke without dropping active sessions.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SHADOW_SYNC (0ms Lag) -&gt; ATOMIC_CUTOVER (Firestore) -&gt; DRAIN_AND_VERIFY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Turns Enterprise Tier Upgrades into a Same-Day Automated Product Capability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Promotion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Google Cloud Product Stack &amp; Enterprise Tenant Use Cases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80/20 Code Reuse Architecture &amp; Multi-Tenant Agentic Triad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2-QUESTION TOPOLOGY SELECTOR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(Executive Decision Inputs)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Silo?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Contractual Project /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/ CMEK Mandate?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Q2: Hybrid?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 Control Plane +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Upgrades?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1,000-Tenant Portfolio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TCO Target ($313k/mo)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Selects Pattern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A, B, or C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80% Shared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 Core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INVARIANT 5-HOP ADK 2.0 CORE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(runtime_pipeline.py — 80% Reusable)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Multi-Tenant Agentic Triad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Diagnostic &amp;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Private Agents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90%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Prefix Cache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Telemetry &amp; 3LO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Workspace MCP Hub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20% Terraform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Topology Adapter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20/20 Automated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CI/CD Gates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PARAMETERIZED TERRAFORM TARGETS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(Modules 2.6, 3.6 &amp; 4.6)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TF 2.6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Module 2.6: Pooled Cloud Run v2 + AlloyDB RLS Starter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TF 3.6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TF 4.6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Silo &amp; Hybrid PSC Spoke Blueprints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Zero-PII BigQuery Chargeback &amp; 10-Week Rollout Ledger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Executive Decision Guide  •  80% Reusable 5-Hop ADK Core + 20% Parameterized Terraform Topologies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Uncached Multi-Tenant Prompt vs. 90% Prefix Cache &amp; Zero-PII OTel Span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Uncached Raw Prompt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Unhashed Telemetry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"sys_prompt": "32,000 tok"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"billing_mode"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"100% full input token rate"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"raw_log_payload"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&lt;unredacted tenant PII&gt;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&amp; OTel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Normalizer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32k Immutable Prefix Cache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 &amp; Think Cap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Prompt Hasher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Chargeback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OTel Span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"finvault",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"cached_tokens": 32000,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"dynamic_tokens": 1800,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"net_savings": "84.7%",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"prompt_sha256": "e3b0c44298fc",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"raw_pii_logged": false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FinOps &amp; Telemetry  •  84.7% Net Token Savings via 90% Shared Prefix Cache + Zero-PII OTel Spans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5-Actor UML Sequence: Multi-Tenant Agentic Triad &amp; FinOps Chargeback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DIAG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Diagnostic Agent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Tenant Agent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/ 3LO MCP Hub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FinOps OTel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submits complex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portfolio risk query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ADK 2.0 runtime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Authenticated Query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Agent checks ARD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registry &amp; delegates to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Private Agent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Check ARD Visibility → A2A Scoped Delegation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Agent hot-loads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GCS skill with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container rebuild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GCS • Dynamic Skill Hot-Swap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Hits 90% shared 32k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within 8k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thinking token budget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Prefix Cache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+ 8k Thinking Cap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Savings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/ 3LO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Invokes 2LO Telemetry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3LO Workspace MCP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 OBO token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Scoped MCP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Hashes prompt (SHA-256)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zero-PII span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BigQuery chargeback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SHA-256 Prompt Hash (Zero Raw PII)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Write Tenant Cost Row (BigQuery Ledger)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BQ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Agentic Triad Sequence  •  Shared + Private Agents + Dynamic GCS Skills + Zero-PII FinOps OTel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Executive 2-Question Topology Selector &amp; Live Promotion Loop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Dynamic architecture selection and lifecycle promotion across Patterns A, B &amp; C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Contractual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/ CMEK?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Q2: Single Hub +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Upgrades?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(2.6 / 3.6 / 4.6)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 Certified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Runtime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Evaluates regulatory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blast-radius mandate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If Q1=Yes &amp; single-org,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deploys Pattern B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Sovereign Silo ($1,850/mo)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Evaluates portfolio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mix: Pattern A ($42/mo)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vs. Pattern C Hybrid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Provisions 80% shared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ADK 2.0 core + 20%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infrastructure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Commercial tenants onboarded on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seamlessly promote to Pattern C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spokes as enterprise requirements grow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Decision &amp; Promotion Loop  •  2-Question Selector + 80/20 Terraform Deployment + Live Tier Promotion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Unified 5-Hop Module Mapping Across Patterns A, B &amp; C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Unified 5-Hop Module Mapping Across Patterns A, B &amp; C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10896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5-Hop Runtime Module (80% Shared)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1: Edge &amp;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Hop1EdgeAndIdentity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 WAF + IAP OIDC + IAM STS RFC 8693 OBO &amp; RFC 9449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mTLS cert pinning + IAM Principal Access Boundary (PAB) per silo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Hub ALB OIDC/DPoP verification + Firestore authoritative route lookup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2: Registry 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Hop2AgentRegistryDiscovery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filtered by tenant_id visibility predicate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Silo-local Agent Registry wrapped inside per-tenant VPC-SC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Federated Hub-and-Spoke Agent Registry across Pool &amp; PSC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3: Runtime &amp;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Hop3RuntimeAndMemory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+ Valkey RPM (120/600) + L1–L5 Memory namespaces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Live Cloud KMS CMEK heartbeat (HTTP 423) + private GKE Gemma 3 (27B)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Tiered dispatch: pool:// (4k cap) vs. unidirectional psc://10.10.0.50 (8k cap)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4: Safety &amp; 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Hop4ModelArmorAndDlp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Model Armor floor + tenant semantic NLCs + Cloud DLP PII masking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In-perimeter silo Model Armor &amp; regulatory NLC templates (OCC/HIPAA)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pool safety floor for Standard; dedicated spoke DLP/NLCs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5: Data &amp; 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Hop5DataAndFinOps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FORCE ROW LEVEL SECURITY + BigQuery OTel token ledger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CMEK-encrypted AlloyDB + silo-local BigQuery audit dataset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+ CMEK spoke vault + 3-phase zero-downtime CDC live migrator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Hop 1: Edge &amp; Identity • Hop1EdgeAndIdentity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Hub ALB OIDC/DPoP verification + Firestore authoritative route lookup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Hop 2: Registry Discovery • Hop2AgentRegistryDiscovery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Federated Hub-and-Spoke Agent Registry across Pool &amp; PSC Spokes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Hop 3: Runtime &amp; Memory • Hop3RuntimeAndMemory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Tiered dispatch: pool:// (4k cap) vs. unidirectional psc://10.10.0.50 (8k cap)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Hop 4: Safety &amp; DLP • Hop4ModelArmorAndDlp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pool safety floor for Standard; dedicated spoke DLP/NLCs for Enterprise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Side-by-Side Architectural Trade-Off &amp; Security Verification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Multi-Tenant Topology Comparison Matrix (A, B &amp; 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Multi-Tenant Topology Comparison Matrix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Evaluation Criterion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Tenant Isolation &amp; Network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Logical isolation in 1 shared GCP project via signed OBO/DPoP JWTs &amp; AlloyDB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Physical isolation in dedicated per-tenant GCP projects with VPC-SC &amp; IAM PAB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+ Shared Pool (Std) + Unidirectional PSC Spokes (Ent)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Hosting &amp; Prefix Caching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Gemini 2.5 Pro with 90% ContextCacheConfig discount (4k/8k token caps)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Gemini 2.5 Pro PT or air-gapped Gemma 3 (27B) on private GKE GPUs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90% shared prefix cache for Standard pool; dedicated PT / Gemma 3 in Enterprise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Encryption Sovereignty &amp;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Project/envelope KMS encryption + L1–L5 Memory Bank namespace separation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tenant Cloud KMS CMEK with &lt;60s HTTP 423 kill-switch across all stores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dedicated CMEK kill-switch + 0ms live upgrade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1,000-Tenant Portfolio Monthly TCO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$42,000 / mo (1,000 Pooled tenants @ $42/mo;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$1,850,000 / mo (1,000 Dedicated Silo projects @ $1,850/mo sovereign floor)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$132,400 / mo (950 Pooled + 50 PSC Spokes -&gt; 74% lower TCO vs. all-siloed)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Automated Verification Gate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10/10 PASS (run_breach_simulations.py — header spoof, ARD, NLC, DLP, RLS)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6/6 PASS (run_silo_security_tests.py — mTLS, PAB, VPC-SC, HTTP 423 CMEK)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4/4 PASS (run_tier_migration_suite.py — 0ms CDC lag, 0 dropped sessions)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Tenant Isolation &amp; Network Boundary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 Ingress Hub + Shared Pool (Std) + Unidirectional PSC Spokes (Ent)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Model Hosting &amp; Prefix Caching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90% shared prefix cache for Standard pool; dedicated PT / Gemma 3 in Enterprise spokes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Encryption Sovereignty &amp; Kill-Switch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Pooled RLS for Standard; dedicated CMEK kill-switch + 0ms live upgrade for Enterprise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1,000-Tenant Portfolio Monthly TCO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$132,400 / mo (950 Pooled + 50 PSC Spokes -&gt; 74% lower TCO vs. all-siloed)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Compensating Controls, Terraform Blueprint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20/20 SIMULATION AUDIT LEDGER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Complete 20/20 security &amp; migration telemetry across Patterns A, B &amp; C in Cloud Logging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nitinagga-ge-2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nitina-ggarwal-sandbox-647724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screenshots/cloud-console/gcp_console_07_logs_explorer_20_20_pass.png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PANTHEON LIVE VERIFICATION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Authentic Pantheon console &amp; SSH runtime attestation across 3 Google Cloud projects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screenshots/cloud-console/pantheon_live_user_capture_ssh_verify.png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80/20 UNIFIED CODEBASE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Identical 5-Hop Python Pipeline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runtime_pipeline.py executes unchanged across Pattern A Pool, Pattern B Silo, and Pattern C Hybrid PSC.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MULTI-TENANT AGENTIC TRIAD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+ Private Agents + Dynamic GCS Skills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Shared Diagnostic Agent with Tenant Private Agents and runtime GCS skill hot-swapping.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ZERO-PII BIGQUERY FINOPS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Prompt Hashing &amp; Token Chargeback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Logs cached vs. dynamic token counts and latency per tenant_id to BigQuery with zero raw PII text.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COMPLETE 24-FILE WORKBENCH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2.6 / 3.6 / 4.6 &amp; 20/20 Test Suite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Ships production Terraform modules, ADK 2.0 runtime code, and 20/20 automated verification gates.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10-Week Enterprise Multi-Tenant Rollout Roadmap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5 Complete 10-Week Production Rollout Roadmap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Pooled MVP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Core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Pipeline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1–3)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Commercial Tenants at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$42/mo with 10/10 Breach Gate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FinOps &amp; Safety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Valkey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BigQuery OTel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4–6)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Activate 90% Prefix Cache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Zero-PII Chargeback Ledger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Sovereign &amp; PSC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Silos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 PSC Spokes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7–10)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Regulated Tenants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Enable 0ms Live Tier Upgrades</a:t>
            </a:r>
            <a:endParaRPr lang="en-US" sz="138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Roadmap  •  Weeks 1–3 (Pattern A MVP) → Weeks 4–6 (FinOps &amp; OTel) → Weeks 7–10 (Silos &amp; PSC)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80/20 Code Reuse, Agentic Triad &amp; Automated CI/CD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5 Enterprise Program &amp; Agentic Triad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80/20 Unified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Codebase &amp; Terraform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Write 5-hop ADK 2.0 security pipeline once in runtime_pipeline.py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Swap infrastructure topologies via Terraform modules 2.6, 3.6 &amp; 4.6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fork drift across Pooled, Siloed &amp; Hybrid deployments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Multi-Tenant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Triad &amp; MCP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 Shared Diagnostic Agent with Tenant-Private Specialist Agents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Hot-swap tenant GCS skills at runtime with zero container rebuilds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2LO (Service Account) vs 3LO (User OAuth) MCP tool boundaries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Continuous 20/20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Forensic Gatekeeping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10 Pattern A red-team breach simulations on every PR commit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6 Pattern B VPC-SC exfiltration &amp; &lt;60s CMEK revocation tests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4 Pattern C zero-downtime live tier upgrade verification gates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Operating Model  •  80/20 Code Reuse + Multi-Tenant Agentic Triad + 20/20 CI/CD Gates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assigned platform owners, and production verification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Resolve Regulatory Mandates Before Product Packaging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Always evaluate whether compliance requires physical per-tenant projects (Gate 1 -&gt; Pattern B) before choosing between single-tier (Pattern A) and multi-tier (Pattern C).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Gate 1: Physical Silo Mandate? -&gt; Gate 2: Single vs. Multi-Tier SaaS Packaging?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Provides CISO, CFO &amp; VP Engineering Alignment in Under 15 Minutes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Executive Decision Tree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Standardize on One 5-Hop Security Pipeline Across All Tiers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80% of your Python ADK 2.0 application code identical across Pooled, Siloed, and Hybrid environments.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• Hops 1–5 Enforced Identically in Patterns A, B &amp;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Eliminates Multi-Branch Maintenance &amp; Guarantees Uniform Security Posture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80% Reusable Core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Treat Pooled ($), Hybrid ($$), and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Treat Pooled ($), Hybrid ($$), and Siloed ($$$) as One Continuous Platform: Use Firestore routing metadata and Private Service Connect to move tenants across tiers without changing URLs or rewriting agents.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Private Service Connect (PSC) + 3-Phase Live Tier Migration Engine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Zero-Downtime Tenant Promotion from $42/mo Pool to $1,850/mo Dedicated Spoke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Elastic Tier Mobility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Balance All Three Pillars of the Agentic Triad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Combining 5-hop zero-trust security, 90% prefix caching + Valkey bulkheads, and zero-PII BigQuery OTel chargeback protects both CISO compliance and CFO margins.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Security (5 Hops) + Economics (90% Cache / Valkey) + FinOps (BigQuery OTel)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84.7% Token Cost Reduction • 74% Portfolio Cloud Savings • 99.99% Uptime SLA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The Agentic Triad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Every Production Release on the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Gate Every Production Release on the 12-Point Forensic &amp; 20-Test Simulation Suite: Run python3 -B scripts/run_deep_forensic_audit.py to certify code, diagrams, Terraform blueprints, and live GCP resources.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scripts/run_deep_forensic_audit.py • 12/12 Forensic Gates • 20/20 Simulations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Automated Verification Across Code, Diagrams, Slides &amp; Live GCP Resources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Continuous Governance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Walk through the 2-question topology decision tree with your architecture and security review boards, execute the 20-assertion verification suite, and initiate your 10-week production rollout.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Pooled, Siloed, or Hybrid? Executive Decision Guide &amp; Multi-Tenant Agentic Triad (Workstream 5)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2026-10-18T21:55:03Z</dcterms:created>
  <dcterms:modified xsi:type="dcterms:W3CDTF">2026-10-18T21:55:03Z</dcterms:modified>
</cp:coreProperties>
</file>