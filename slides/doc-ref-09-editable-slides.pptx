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Privacy- Preserving OTel &amp;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Claude 3.7</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&amp;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and screens payloads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verifies identity and scope claims before routing.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Architecture Selector: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routing service that validates caller tokens and dispatches requests to the target execution spoke.</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Privacy- Preserving OTel &amp;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 orchestrating reasoning, memory, and tool execution.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the execution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Privacy- Preserving OTel &amp;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model="gemini-2.5-pro",</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2026-10-16T04:38:32Z</dcterms:created>
  <dcterms:modified xsi:type="dcterms:W3CDTF">2026-10-16T04:38:32Z</dcterms:modified>
</cp:coreProperties>
</file>