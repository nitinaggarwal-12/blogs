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Design Patterns for Scalable Multi-Agent Ecosystems: Vertex AI Agent Engine, MCP &amp; A2A.</a:t>
            </a:r>
            <a:endParaRPr lang="en-US" dirty="0"/>
          </a:p>
          <a:p>
            <a:r>
              <a:rPr lang="en-US" dirty="0"/>
              <a:t>In this session, we look at how enterprise teams scale from a single AI chatbot to a coordinated ecosystem of specialized agents—using Vertex AI Agent Engine for managed runtime orchestration, the Model Context Protocol (MCP) for standardized enterprise tool access, and the Agent-to-Agent (A2A) protocol for governed delegation.</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shows our complete Google Cloud physical blueprint for multi-agent orchestration. Requests enter the blue Routing Hub, get routed to a Supervisor Agent inside the green Governance Hub on Vertex AI Agent Engine, and delegate specialized tasks across the bottom spokes using signed A2A agent cards and governed MCP tool servers connected to BigQuery, AlloyDB, and third-party SaaS.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six-step choreography on this slide illustrates how context and security travel across multiple agents. When the Supervisor Agent delegates a sub-task over A2A or calls an MCP tool, it passes a scoped identity token, a shared distributed trace ID, and a strict token budget—ensuring specialist agents collaborate cleanly without losing user permissions or entering infinite loops.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our multi-agent architecture to a real enterprise operations workflow—showing how a Supervisor Agent coordinates an Incident Diagnostic Agent, a Database Analytics Agent, and a Ticketing Agent in parallel to resolve complex cross-department workflows in seconds rather than hours.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the three primary multi-agent orchestration topologies—Hierarchical Supervisor, Sequential Pipeline, and Peer-to-Peer Mesh—so your architects know exactly which pattern to choose based on workflow determinism, latency budgets, and governance requirements.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deployment runbook for registering A2A agent cards, exposing governed MCP tool endpoints, and launching your multi-agent ecosystem on Vertex AI Agent Engine.</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(Domain Spoke A: Order &amp; Warehouse Inventory Agent and Domain Spoke B: Distributor &amp; Logistics Tracking Agent),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Multi-Agent Ecosystem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A2A JSON-RPC Mesh &amp; OBO+DPoP Scope Narrowing</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A: Order &amp; Warehouse Inventory Agent</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B: Distributor &amp; Logistics Tracking Agent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Order &amp; Inventory Domain Agent</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Independent ADK deployment with Stateless Cloud Run MCP Server</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Distributor &amp; Tracking Domain Agent</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Federated A2A peer with partner API circuit breakers</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A2A Discovery &amp; Federation Hub</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Agent Card registry (/.well-known/agent.json) &amp; OBO token narrowing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circuit-breaker telemetry</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Caller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Root Orchestrator Client</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A2A Gateway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&amp; MCP Posture Monitoring</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Trace &amp; BigQuery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 Deadline &amp; 4k Token Budgets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Workload Identity Federation</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Order Agent (ADK)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Vertex AI Agent Engine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Inventory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SSE Pool</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Regional Warehouse Stock Ledger</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Tracking Agent (A2A)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Run + Agent Engine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Logistics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Partner API</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Carrier Telemetry &amp; Fallback Cache</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Enterprise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Agent Card Discovery</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Spoke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Domain Input/Output Guard</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4,000-Token Circuit Breaker</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DLP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Partner Payload Sanitization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8-Second SLA Deadline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WAF &amp; Rate Control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Cross-Agent Payload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OBO + DPoP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Per-Hop Scope Narrowing</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Distributed A2A &amp; MCP trace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SSE Call</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Parameterized Stock Query</a:t>
            </a:r>
            <a:endParaRPr lang="en-US" sz="420" dirty="0"/>
          </a:p>
        </p:txBody>
      </p:sp>
      <p:sp>
        <p:nvSpPr>
          <p:cNvPr id="150" name="Text 128"/>
          <p:cNvSpPr/>
          <p:nvPr/>
        </p:nvSpPr>
        <p:spPr>
          <a:xfrm>
            <a:off x="7246620" y="4659782"/>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Tool Call</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Partner API &amp; Cache Fallback</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Plan tool invocations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Aggregated multi-agent JSON-RPC result</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Delegate A2A task via Agent Card</a:t>
            </a:r>
            <a:endParaRPr lang="en-US" sz="420" dirty="0"/>
          </a:p>
        </p:txBody>
      </p:sp>
      <p:sp>
        <p:nvSpPr>
          <p:cNvPr id="155" name="Text 133"/>
          <p:cNvSpPr/>
          <p:nvPr/>
        </p:nvSpPr>
        <p:spPr>
          <a:xfrm>
            <a:off x="4977079" y="298094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Narrow OBO token scope</a:t>
            </a:r>
            <a:endParaRPr lang="en-US" sz="420" dirty="0"/>
          </a:p>
        </p:txBody>
      </p:sp>
      <p:sp>
        <p:nvSpPr>
          <p:cNvPr id="156" name="Text 134"/>
          <p:cNvSpPr/>
          <p:nvPr/>
        </p:nvSpPr>
        <p:spPr>
          <a:xfrm>
            <a:off x="4461358" y="4445813"/>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task</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output</a:t>
            </a:r>
            <a:endParaRPr lang="en-US" sz="420" dirty="0"/>
          </a:p>
        </p:txBody>
      </p:sp>
      <p:sp>
        <p:nvSpPr>
          <p:cNvPr id="158" name="Text 136"/>
          <p:cNvSpPr/>
          <p:nvPr/>
        </p:nvSpPr>
        <p:spPr>
          <a:xfrm>
            <a:off x="4876495" y="2299716"/>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ingress policies</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A2A task payload</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Multi-Agent Ecosystem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Multi-Agent Ecosystem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A2A Discovery &amp; Federation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OBO + DPoP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circuit-breaker telemetry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Trace &amp; BigQuery: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A2A JSON-RPC Mesh &amp; OBO+DPoP Scope Narrowing: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Order &amp; Inventory Domain Agent &amp; Distributor &amp; Tracking Domain Agent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Order Agent (ADK) / Tracking Agent (A2A):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Spoke Guard / Cloud DLP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Inventory MCP Server / Logistics MCP Server: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&amp; AlloyDB / BigQuery &amp; Spanner: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A2A Discovery &amp; Federation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OBO + DPoP Broker, the request is forwarded to Gemini Enterprise Catalog.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Gemini Enterprise Catalog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Order &amp; Inventory Domain Agent,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Stateless MCP SSE Call.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Parameterized Stock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passes the generated output through Model Armor Spoke Guard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A2A Discovery &amp; Federation Hub, while structured OpenTelemetry audit and FinOps spans stream to the Central governance and circuit-breaker telemetry.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DOC-REF-09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A2A JSON-RPC Mesh &amp; OBO+DPoP Scope Narrowing and BigQuery &amp;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Gemini Enterprise Catalog under VPC Service Controls Multi-Agent Ecosystem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Order Agent (ADK) &amp; Inventory MCP Server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Order Agent (ADK) with Inventory MCP Server and BigQuery &amp;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Inventory MCP Server: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Spoke Guard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Spoke Guard: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Spoke Guard.
</a:t>
            </a:r>
            <a:pPr indent="0" marL="0">
              <a:buNone/>
            </a:pPr>
            <a:r>
              <a:rPr lang="en-US" sz="700" b="1" dirty="0">
                <a:solidFill>
                  <a:srgbClr val="202124"/>
                </a:solidFill>
                <a:latin typeface="Arial" pitchFamily="34" charset="0"/>
                <a:ea typeface="Arial" pitchFamily="34" charset="-122"/>
                <a:cs typeface="Arial" pitchFamily="34" charset="-120"/>
              </a:rPr>
              <a:t>• BigQuery &amp;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BigQuery &amp;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Gemini Enterprise Catalog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Order Agent (ADK)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Gemini Enterprise Catalog: </a:t>
            </a:r>
            <a:pPr indent="0" marL="0">
              <a:buNone/>
            </a:pPr>
            <a:r>
              <a:rPr lang="en-US" sz="690" dirty="0">
                <a:solidFill>
                  <a:srgbClr val="3C4043"/>
                </a:solidFill>
                <a:latin typeface="Arial" pitchFamily="34" charset="0"/>
                <a:ea typeface="Arial" pitchFamily="34" charset="-122"/>
                <a:cs typeface="Arial" pitchFamily="34" charset="-120"/>
              </a:rPr>
              <a:t>Deploy Gemini Enterprise Catalog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Order Agent (ADK) &amp; Inventory MCP Server: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Inventory MCP Server.
</a:t>
            </a:r>
            <a:pPr indent="0" marL="0">
              <a:buNone/>
            </a:pPr>
            <a:r>
              <a:rPr lang="en-US" sz="700" b="1" dirty="0">
                <a:solidFill>
                  <a:srgbClr val="202124"/>
                </a:solidFill>
                <a:latin typeface="Arial" pitchFamily="34" charset="0"/>
                <a:ea typeface="Arial" pitchFamily="34" charset="-122"/>
                <a:cs typeface="Arial" pitchFamily="34" charset="-120"/>
              </a:rPr>
              <a:t>• BigQuery &amp;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BigQuery &amp;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Trace &amp; BigQuery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Order &amp; Inventory Domain Agent and Distributor &amp; Tracking Domain Agent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Trace &amp; BigQuery: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Trace &amp; BigQuery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OBO + DPoP Broker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Trace &amp; BigQuery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OBO + DPoP Broker &amp; Inventory MCP Server: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Trace &amp; BigQuery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google.adk.agents import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google.adk.tools.mcp_tool import MCPToolset, 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 Order Agent to Stateless Cloud Run MCP Server with OBO+DPoP headers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inventory_mcp_tools = MCPToolset(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connection_params=SseServerParams(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url="https://inventory-mcp-server-uc.a.run.app/sse",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headers={"Authorization": f"DPoP {obo_intent_token}", "DPoP": dpop_proof_jwt},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order_agent =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name="order_inventory_agent",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model="gemini-3.1-pro-preview",</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instruction="Check regional BigQuery warehouse stock via MCP and reserve safety stock.",</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tools=[inventory_mcp_tools],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Partner Engineering • Enterprise AI Architecture Team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2026-10-28T13:34:49Z</dcterms:created>
  <dcterms:modified xsi:type="dcterms:W3CDTF">2026-10-28T13:34:49Z</dcterms:modified>
</cp:coreProperties>
</file>