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classic SaaS tenancy breaks for agents
• Static routes and WHERE-clause tenancy cannot govern multi-turn reasoning, dynamic MCP tool calls, or shared prompt caches.
• Failure mode 1: mid-turn MCP discovery can expose another tenant's private connectors or custom agents.
• Failure mode 2: ambient service-account IAM turns prompt injection into cross-tenant bucket and API reads.
• Failure mode 3: shared prompt caches and session memory leak context without cryptographic prefix separation.
• Failure mode 4: unbounded thinking_budget or recursive tool retries exhaust shared model TPM quotas for every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case study: Cymbal, FinVault, RetailStream
• Cymbal SaaS (ISV) runs a Shared Incident Diagnostic Agent on Gemini 2.5 Pro with ContextCacheConfig for up to 90% COGS savings.
• FinVault Bank (Enterprise): Google OIDC, 8,000 thinking tokens, private Agent Alpha on Claude Sonnet, CMEK memory finvault:user:session.
• RetailStream Corp (Standard): zero Google footprint, Microsoft Entra ID, 4,000 token cap, Redis bulkhead, inline 3LO consent for ServiceNow.
• Symmetric invisibility: RetailStream gets 403 on Agent Alpha; RetailStream's ServiceNow MCP connector never appears to FinVault.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Three-pattern taxonomy (A / B / C)
• Pattern A Pooled: shared gVisor runtime + temp:tenant_id, shared VPC behind Cloud Armor + IAP, AlloyDB RLS, lowest unit COGS.
• Pattern B Sovereign Silos: dedicated project, VPC-SC perimeter, IAM PAB, Cloud KMS CMEK kill-switch, optional air-gapped Gemma 3 on GKE.
• Pattern C Dynamic Hybrid: unified control plane, tenant-aware router, PSC spokes for Enterprise, zero-downtime live tier upgrades.
• Isolation is a per-tenant tier decision, not a per-platform decision; the same 80% core code runs in every pattern.
• Milestones: Pattern A Week 4 (WS2), Pattern B Week 7 (WS3), Pattern C Week 10 (WS4).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Cryptographic Context Chain
• Hop 1 hop1_edge_identity_pep.py: Cloud Armor/IAP strip forged X-Tenant-ID; RFC 8693 OBO bound to RFC 9449 DPoP jkt thumbprint.
• Hop 2 hop2_registry_pdp_callbacks.py: Registry PDP + ARD catalog filtering; ADK before_agent_callback tool pruning; 403 on private agents.
• Hop 3 hop3_compute_finops_bulkhead.py: gVisor temp:tenant_id, Firestore/Memorystore config, 5-Level Memory Bank, Redis bulkheads.
• Hop 4 hop4_model_armor_guardrails.py: Model Armor ingress screen, tenant Semantic NLCs (OCC/FDIC vs PCI), egress SDP PII redaction.
• Hop 5 hop5_data_rls_and_otel.py: SET LOCAL app.current_tenant AlloyDB RLS, 2LO/3LO Auth Manager broker, BigQuery OTel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PR: extending the Architecture Center
• Keeps the official routing hub, central governance &amp; security hub, tenant spokes, VPC-SC org perimeter, and PAB boundaries intact.
• Rewrites the intro for two audiences: B2B SaaS/ISVs protecting COGS and large decentralized enterprises governing regulated units.
• Adds a 'Choose a multi-tenant agentic topology' decision table covering Pattern A, B, and C controls.
• Inserts a new 'Enforcing the 5-Hop Cryptographic Context Chain' section with the four failure modes and the Cymbal case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gaps &amp; EAP asks (1.2 / 1.4)
• GAP-P0-01 GEAP Registry filters by IAM project principal, not tenant_id; workaround: gateway PEP + before_agent_callback, 403 Forbidden.
• GAP-P0-02 Memory Bank lacks per-tenant namespace CMEK; workaround: Cloud KMS envelope encryption or Pattern C PSC Memory Spoke.
• GAP-P0-03 Auth Manager needs custom DPoP jkt verification for external Entra ID tenants before 3LO brokering.
• P1/P2: unified Model Garden cache API, stateless ADK OAuth checkpoint, VPC-SC MCP egress bridge, 423 Locked CMEK SLA, PSC registry, migrator.
• CISO sign-offs: immutability of temp: state, Entra ID federation with no shadow account, CMEK revocation propagation within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1.3 Doc PR, enable the 1.4 allowlist checklist in your sandbox, then proceed to Workstream 2 (Pattern A Pooled, Milestone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MCP discovery, confused-deputy credentials, context-cache bleed, and noisy-neighbor runaway reasoning loops.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 for the Architecture Center (1.3), product review pack (1.2), and an EAP/product-gap ledger with 3 P0 workarounds (1.4).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• Multi-Tenant Agentic AI on Google Cloud • Gemini Enterprise Agent Platform (GEAP) &amp; ADK 2.0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classic SaaS tenancy breaks for agents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classic SaaS tenancy breaks for agents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routes and WHERE-clause tenancy cannot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routes and WHERE-clause tenancy cannot govern multi-turn reasoning, dynamic MCP tool calls, or shared prompt caches.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Mid-turn MCP discovery can expose another tenant's private connectors or custom agents.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 service-account IAM turns prompt injection into cross-tenant bucket and API reads.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3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prompt caches and session memory leak context without cryptographic prefix separation.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4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Unbounded thinking_budget or recursive tool retries exhaust shared model TPM quotas for every tenant.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case study: Cymbal, FinVault, RetailStream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case study: Cymbal, FinVault, RetailStream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(ISV) runs a Shared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(ISV) runs a Shared Incident Diagnostic Agent on Gemini 2.5 Pro with ContextCacheConfig for up to 90% COGS savings.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OIDC, 8,000 thinking tokens, private Agent Alpha on Claude Sonnet, CMEK memory finvault:user:session.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Google footprint, Microsoft Entra ID, 4,000 token cap, Redis bulkhead, inline 3LO consent for ServiceNow.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invisibility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gets 403 on Agent Alpha; RetailStream's ServiceNow MCP connector never appears to FinVault.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Three-pattern taxonomy (A / B / C)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Three-pattern taxonomy (A / B / C)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gVisor runtime + temp:tenant_id, shared VPC behind Cloud Armor + IAP, AlloyDB RLS, lowest unit COGS.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Cloud Armor + IAP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project, VPC-SC perimeter, IAM PAB, Cloud KMS CMEK kill-switch, optional air-gapped Gemma 3 on GKE.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plane, tenant-aware router, PSC spokes for Enterprise, zero-downtime live tier upgrades.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is a per-tenant tier decision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is a per-tenant tier decision, not a per-platform decision; the same 80% core code runs in every pattern.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Week 4 (WS2), Pattern B Week 7 (WS3), Pattern C Week 10 (WS4).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Cryptographic Context Chain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Cryptographic Context Chain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Armor/IAP strip forged X-Tenant-ID; RFC 8693 OBO bound to RFC 9449 DPoP jkt thumbprint.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+ IAP  •  RFC 8693 OBO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PDP + ARD catalog filtering; ADK before_agent_callback tool pruning; 403 on private agents.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temp:tenant_id, Firestore/Memorystore config, 5-Level Memory Bank, Redis bulkheads.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ingress screen, tenant Semantic NLCs (OCC/FDIC vs PCI), egress SDP PII redaction.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 app.current_tenant AlloyDB RLS, 2LO/3LO Auth Manager broker, BigQuery OTel chargeback.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PR: extending the Architecture Center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PR: extending the Architecture Center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official routing hub, central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official routing hub, central governance &amp; security hub, tenant spokes, VPC-SC org perimeter, and PAB boundaries intact.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 •  Entra ID 3LO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the intro for two audiences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SaaS/ISVs protecting COGS and large decentralized enterprises governing regulated units.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'Choose a multi-tenant agentic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'Choose a multi-tenant agentic topology' decision table covering Pattern A, B, and C controls.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a new 'Enforcing the 5-Hop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a new 'Enforcing the 5-Hop Cryptographic Context Chain' section with the four failure modes and the Cymbal case study.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gaps &amp; EAP asks (1.2 / 1.4)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gaps &amp; EAP asks (1.2 / 1.4)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GAP-P0-01 GEAP Registry filters by IAM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GAP-P0-01 GEAP Registry filters by IAM project principal, not tenant_id; workaround: gateway PEP + before_agent_callback, 403 Forbidden.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GAP-P0-02 Memory Bank lacks per-tenant namespace CMEK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Workaround: Cloud KMS envelope encryption or Pattern C PSC Memory Spoke.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  •  Cloud KMS CMEK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GAP-P0-03 Auth Manager needs custom DPoP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GAP-P0-03 Auth Manager needs custom DPoP jkt verification for external Entra ID tenants before 3LO brokering.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P1/P2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Model Garden cache API, stateless ADK OAuth checkpoint, VPC-SC MCP egress bridge, 423 Locked CMEK SLA, PSC registry, migrator.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sign-offs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Immutability of temp: state, Entra ID federation with no shadow account, CMEK revocation propagation within 60 seconds.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GEAP Multi-Tenant Agentic AI Taxonomy: Pooled (A), Sovereign Silos (B) &amp; Hybrid (C)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Cross-Pattern Breach Alerts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diagrams/ws1-multi-tenant-taxonomy-overview.drawio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VIS-WS1-MULTI-TENANT-TAXONOMY-OVERVIEW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 FinOps observability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Cross-Pattern Breach Alerts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Row-Level Security (RLS)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Cloud Architecture Center: Multi-Tenant Agentic AI with 5-Hop Cryptographic Governance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diagrams/ws1-cloud-arch-center-5hop-baseline.drawio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VIS-WS1-CLOUD-ARCH-CENTER-5HOP-BASELINE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 security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Threat Detection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Datastore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BigQuery, AlloyDB RLS, 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for Standard, Pattern B for regulator-mandated perimeters, Pattern C when you serve both.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boundary changes, the governance modules do not.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EAP allowlists target Q4 2026 for native support.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EAP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 — GEAP Multi-Tenant Agentic AI Taxonomy: Pooled (Pattern A), Sovereign Silos (Pattern B) &amp; Hybrid (Pattern 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Blog: blogs/ws1-reference-architecture-taxonomy-and-5hop-baseline.md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Spec: blogs/ws1-reference-architecture-taxonomy-and-5hop-baseline.deck.json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workstream-1-reference-architecture/1.1-architecture-taxonomy-and-diagrams.md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workstream-1-reference-architecture/1.3-cloud-architecture-center-doc-update-pr.md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workstream-1-reference-architecture/1.4-eap-and-product-gap-tracker.md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Taxonomy &amp; 5-Hop Baseline (Workstream 1)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2026-10-13T05:06:09Z</dcterms:created>
  <dcterms:modified xsi:type="dcterms:W3CDTF">2026-10-13T05:06:09Z</dcterms:modified>
</cp:coreProperties>
</file>