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 using operating-system primitives—Google’s Agent Development Kit (ADK) as our OS syscall scheduler, the Model Context Protocol (MCP) as our POSIX tool driver ABI, and Agent Registry and Discovery (ARD) as our chrooted virtual filesystem catalog—and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for Steps 1 through 3 and Hop 1) at the top, traverse Green Perimeter 2 (the Five-Hop Governance Hub for Hops 2 and 5) in the center, and execute inside either Yellow Perimeter 3 (the Pattern A Shared Pool Spoke for Steps 4 through 7 and Hops 3 through 5)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feature-flagged native adapter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native adapter hook (CYMBAL_NATIVE_ARD_GA, CYMBAL_NATIVE_KMS_PROBE_GA, CYMBAL_NATIVE_MEM_TTL_GA, CYMBAL_NATIVE_PSC_CUTOVER_GA, and CYMBAL_NATIVE_OTEL_FINOPS_GA) so teams can switch cleanly to native GCP primitives via configuration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rather than just on slides, here are authentic captures from our deployed Cloud Run revisions, Cloud Logging Explorer, and our Dual-Plane verification harness. On the Intra-Cloud plane, our 20/20 Google Cloud runtime suites verify zero cross-tenant RLS rows across HTTP 200, 403, 423, and 429 responses; on the Inter-Cloud plane, our 30/30 AWS Bedrock AgentCore MCP and 10-SaaS cross-cloud target harness passes all sixty assertions and all twelve automated forensic gates.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12/12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Why It Matters (SaaS AI Dilemma)</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Dedicated projects erode SaaS gross margins, while naive shared agents leak tool schemas and allow quota starvation.</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Core Primitives (ADK • MCP • ARD)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ADK (syscall scheduler), MCP (tool driver ABI) &amp; ARD (chrooted catalog) isolate every tenant across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Topologies &amp; 80/20 Reuse</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(Pooled RLS), Pattern B (Sovereign Silos), and Pattern C (Hybrid PSC) share 80% identical Python ADK code.</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5-Hop Pipeline (~42ms p95 Gate)</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Enforces KMS-signed OBO/DPoP tokens, ARD pruning, Valkey bulkheads, Model Armor DLP, and AlloyDB FORCE RLS.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ADK/MCP/ARD to CS101 OS primitives;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 L2 4 Perimeters →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&amp; Steps 1–7 in Figure 1 (Slide 6) and &lt;0.15ms cached-JWKS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(Hops 1–5 / UML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13/13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13/13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 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44768"/>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cymbal-pooled-prod (#638420508320)</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(cymbal-pooled-prod)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Pattern B Silo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14016"/>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07899"/>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535631"/>
            <a:ext cx="148133" cy="0"/>
          </a:xfrm>
          <a:prstGeom prst="line">
            <a:avLst/>
          </a:prstGeom>
          <a:noFill/>
          <a:ln w="12700">
            <a:solidFill>
              <a:srgbClr val="5F6368"/>
            </a:solidFill>
            <a:prstDash val="solid"/>
            <a:headEnd type="triangle" w="sm" len="sm"/>
          </a:ln>
        </p:spPr>
      </p:sp>
      <p:sp>
        <p:nvSpPr>
          <p:cNvPr id="91" name="Shape 88"/>
          <p:cNvSpPr/>
          <p:nvPr/>
        </p:nvSpPr>
        <p:spPr>
          <a:xfrm>
            <a:off x="2948940" y="2535631"/>
            <a:ext cx="0" cy="135331"/>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AlloyDB</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RLS &amp; vaults per-user</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3LO ({tenant}:{user})</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SET LOCAL tenant_id</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cymbal-control-plane (#248990048888) &amp; cymbal-pooled-prod (#638420508320)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Projects: cymbal-control-plane • cymbal-pooled-prod</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(13/13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&amp; SAAS 30/30 PASS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&amp; Dual-Plane Harness verifying 20/20 GCP suites + 30/30 Inter-Cloud 10-SaaS MCP flows</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Query: rls_cross_tenant_rows=0 AND status=(200..429)</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s3://cymbal-multi-tenant-audit-ledger-393036065405-us-east-1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scripts/verify_5_third_party_saas_products.py</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scripts/verify_5_third_party_saas_products.py</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cymbal-control-plane (#248990048888), cymbal-pooled-prod (#638420508320) &amp; cymbal-build-sandbox (#887605034827)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DUAL-PLANE 20/20 GCP + 30/30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Intra-Cloud GCP + Inter-Cloud 10-SaaS MCP Proof</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Certifies 20/20 GCP runtime suites plus 30/30 Inter-Cloud AWS AgentCore MCP target flows (60/60 assertions, 13/13 forensic gates).</a:t>
            </a:r>
            <a:endParaRPr lang="en-US" sz="860" dirty="0"/>
          </a:p>
        </p:txBody>
      </p:sp>
      <p:sp>
        <p:nvSpPr>
          <p:cNvPr id="55"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(27-File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(13/13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13/13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2026-10-30T04:40:52Z</dcterms:created>
  <dcterms:modified xsi:type="dcterms:W3CDTF">2026-10-30T04:40:52Z</dcterms:modified>
</cp:coreProperties>
</file>