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(Claude 3.7 Sonnet),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5-Hop Context Propagation &amp; Closed-Loop OTel Governance Flow: Workstream 1 State &amp; Feedback Flow  •  Sealed TenantContext Propagation + Closed-Loop BigQuery OTel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Reference Architecture &amp; 5-Hop Governance Rollout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3-Pillar Multi-Tenant Reference Architecture Operating Model: Workstream 1 Operating Model  •  Identity &amp; Edge Context + Scoped Memory &amp; Guardrails + Data Isolation &amp; FinOps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(Claude 3.7 Sonnet),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(ContextCacheConfig) • Claude 3.7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31520" y="2267712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1520" y="5047488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Okta OIDC / SAML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44368" y="274320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944368" y="338328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6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42816" y="155448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42816" y="153619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08576" y="1536192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56048" y="241401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🧭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56048" y="371246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6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56048" y="501091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42048" y="29809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60" dirty="0"/>
          </a:p>
        </p:txBody>
      </p:sp>
      <p:sp>
        <p:nvSpPr>
          <p:cNvPr id="67" name="Text 65"/>
          <p:cNvSpPr/>
          <p:nvPr/>
        </p:nvSpPr>
        <p:spPr>
          <a:xfrm>
            <a:off x="7242048" y="3840480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6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582912" y="173736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582912" y="173736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8650224" y="2212848"/>
            <a:ext cx="2688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8741664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741664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🏛️ Pattern B Silo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0076688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76688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🌉 Pattern C PSC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8650224" y="3584448"/>
            <a:ext cx="2688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582912" y="462686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582912" y="46268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📊 OTel</a:t>
            </a:r>
            <a:endParaRPr lang="en-US" sz="920" dirty="0"/>
          </a:p>
        </p:txBody>
      </p:sp>
      <p:sp>
        <p:nvSpPr>
          <p:cNvPr id="88" name="Text 86"/>
          <p:cNvSpPr/>
          <p:nvPr/>
        </p:nvSpPr>
        <p:spPr>
          <a:xfrm>
            <a:off x="8650224" y="5065776"/>
            <a:ext cx="2688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6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"Bearer..."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2359152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4956048" y="338328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4956048" y="44074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14816" y="2139696"/>
            <a:ext cx="272491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"tenant_id": "retailstream",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"STANDARD",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"dpop_jkt": "sha256:9f86d0...",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"memory_ns": "/tenants/retail",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"rls_tag": "current_tenant_id",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"VERIFIED_HOP_1"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🛡️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🧭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🧠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🗄️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556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298448" y="226771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01568" y="2578608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3730752" y="3255264"/>
            <a:ext cx="1353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Mint Sealed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55648"/>
            <a:ext cx="15361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86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596128" y="3017520"/>
            <a:ext cx="13167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🧭 Scoped Agent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Memory ACL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7190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screens prompt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Model Armor &amp; hits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shared prefix cache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479792" y="3639312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⚡ 90% Shared Prefix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60" dirty="0"/>
          </a:p>
        </p:txBody>
      </p:sp>
      <p:sp>
        <p:nvSpPr>
          <p:cNvPr id="69" name="Text 67"/>
          <p:cNvSpPr/>
          <p:nvPr/>
        </p:nvSpPr>
        <p:spPr>
          <a:xfrm>
            <a:off x="7296912" y="4352544"/>
            <a:ext cx="2231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84.7% Net Token Cost Reduction ──┘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272784" y="4956048"/>
            <a:ext cx="841248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272784" y="4956048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5321808" y="5358384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669280" y="5358384"/>
            <a:ext cx="15727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607808" y="4901184"/>
            <a:ext cx="16093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4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10928" y="50109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Enforce RLS Predicate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(0 Foreign Rows)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710928" y="54681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Stream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OTel)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1173968" y="5468112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73968" y="5468112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📊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5-Hop Context Propagation &amp; Closed-Loop OTel Governance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End-to-end tenant context propagation and closed-loop telemetry flow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STS (Hop 1)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Memory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Scope (Hops 2–3)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Cache (Hop 4)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 Hub (Hop 5)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505456" y="2176272"/>
            <a:ext cx="1243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Validates OIDC JWT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487168" y="3840480"/>
            <a:ext cx="1280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spoofed headers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immediate HTTP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401 / 403 fail-closed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43153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Propagates sealed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Gemini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prefix cache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5761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Binds AlloyDB RLS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session variable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3LO MCP OAuth token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1993392" y="5138928"/>
            <a:ext cx="230428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Streams zero-PII OpenTelemetry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 &amp; security spans back to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&amp; tenant quota policy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State &amp; Feedback Flow  •  Sealed TenantContext Propagation + Closed-Loop BigQuery OTel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837176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837176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Trade-Off &amp; Security Verification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Terraform Blueprint &amp; FinOps Economics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  —  ramp-portal-dev (#248990048888) &amp; nitinagga-ge-2 (#638420508320) serving Pattern A/B/C endpoints (HTTP 200)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  —  Cloud Logging Explorer verifying 20/20 multi-tenant isolation &amp; live tier upgrade simulations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Reference Architecture &amp; 5-Hop Governance Rollout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1 Reference Architecture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3-Pillar Multi-Tenant Reference Architecture Operating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 Reference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🔐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Cryptographic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&amp; Edge Context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 client-supplied X-Tenant-Id headers at Cloud Armor edge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Exchange OIDC JWTs via IAM STS (RFC 8693) + DPoP (RFC 9449)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 immutable TenantContext across all 5 runtime hops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🧠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Scoped Memory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Reasoning Guardrails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 Agent Engine Registry (ARD) discovery by tenant ACL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 L1–L5 memory under /tenants/{id}/namespaces/*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Model Armor, NLC gates &amp; Cloud SDP PII redaction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Data Isolation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FinOps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AlloyDB FORCE ROW LEVEL SECURITY to session tenant_id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90% Gemini 2.5 Pro shared prefix cache savings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SHA-256 hashed OTel spans to BigQuery chargeback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Operating Model  •  Identity &amp; Edge Context + Scoped Memory &amp; Guardrails + Data Isolation &amp; FinOps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Trust End-to-End: Every Hop Verifies Signed TenantSecurityContext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Mandate 1: 5-Hop Defense-in-Depth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Pattern A ($42/mo) • Pattern B ($1,850/mo) • Pattern C (Hybrid PSC Router)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Matches Infrastructure Unit Cost Directly to Customer Contract ACV &amp; Compliance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Mandate 2: Tiered Isolation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(Python ADK 2.0) + Terraform Blueprints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Codebase Forking • Tier Promotion Becomes a Declarative Metadata Update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Mandate 3: 80% Code Reusability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90% Prefix Cache Savings Without Cross-Tenant Risk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Tokens) + Scoped L1–L5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Net Per-Turn Token Savings with 0 Cross-Tenant Prompt Cache Bleed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Mandate 4: Safe FinOps Caching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Validate Every Release Against Automated Red-Team Gates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Continuous Automated Compliance Receipts Logged in BigQuery OTel Sink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Mandate 5: Continuous Verification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3-slide architectural sequences for Figures 1 &amp; 2,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2026-10-16T01:06:13Z</dcterms:created>
  <dcterms:modified xsi:type="dcterms:W3CDTF">2026-10-16T01:06:13Z</dcterms:modified>
</cp:coreProperties>
</file>