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 using operating-system primitives—Google’s Agent Development Kit (ADK) as our OS syscall scheduler, the Model Context Protocol (MCP) as our POSIX tool driver ABI, and Agent Registry and Discovery (ARD) as our chrooted virtual filesystem catalog—and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for Steps 1 through 3 and Hop 1) at the top, traverse Green Perimeter 2 (the Five-Hop Governance Hub for Hops 2 and 5) in the center, and execute inside either Yellow Perimeter 3 (the Pattern A Shared Pool Spoke for Steps 4 through 7 and Hops 3 through 5)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feature-flagged native adapter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native adapter hook (CYMBAL_NATIVE_ARD_GA, CYMBAL_NATIVE_KMS_PROBE_GA, CYMBAL_NATIVE_MEM_TTL_GA, CYMBAL_NATIVE_PSC_CUTOVER_GA, and CYMBAL_NATIVE_OTEL_FINOPS_GA) so teams can switch cleanly to native GCP primitives via configuration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rather than just on slides, here are authentic captures from our deployed Cloud Run revisions, Cloud Logging Explorer, and our Dual-Plane verification harness. On the Intra-Cloud plane, our 20/20 Google Cloud runtime suites verify zero cross-tenant RLS rows across HTTP 200, 403, 423, and 429 responses; on the Inter-Cloud plane, our 30/30 AWS Bedrock AgentCore MCP and 10-SaaS cross-cloud target harness passes all sixty assertions and all twelve automated forensic gates.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12/12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Why It Matters (The SaaS AI Dilemma)</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Dedicated projects per Standard tenant erode SaaS gross margins, whereas naive shared agents leak cross-tenant data via tool schemas and let one rogue tenant starve shared LLM rate limits.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Core Primitives (ADK • MCP • ARD)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ADK (OS syscall scheduler), MCP (POSIX tool driver ABI) &amp; ARD (chrooted VFS catalog) isolate every tenant turn across 5 cryptographic hops.</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Topologies &amp; 80/20 Code Reuse</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(Pooled RLS + 90% prefix cache), Pattern B (Sovereign Silo VPC-SC + CMEK), and Pattern C (Dynamic Hybrid PSC + 0ms tier upgrade) share 80% identical Python ADK code.</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5-Hop Pipeline (~42ms p95 Overhead)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Enforces KMS-signed STS JWTs (&lt;0.15ms cached JWKS verify), ARD pruning, targeted Valkey SCAN+UNLINK L1 eviction, streaming Model Armor/DLP (~22ms), and AlloyDB FORCE RLS.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ADK/MCP/ARD to CS101 OS primitives;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-&gt; L2 4 Perimeters -&gt;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&amp; Steps 1–7 in Figure 1 (Slide 6) and &lt;0.15ms cached-JWKS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(Hops 1–5 / UML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 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Pattern B Silo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&amp; vaults per-user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({tenant}:{user})</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Projects: cymbal-control-plane • cymbal-pooled-prod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(12/12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&amp; Dual-Plane Harness verifying 20/20 GCP suites + 30/30 Inter-Cloud 10-SaaS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Query: rls_cross_tenant_rows=0 AND status=(200..429)</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s3://cymbal-multi-tenant-audit-ledger-393036065405-us-east-1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scripts/verify_5_third_party_saas_products.py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target flows (60/60 assertions, 12/12 forensic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(24-File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(12/12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12/12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2026-10-27T13:57:44Z</dcterms:created>
  <dcterms:modified xsi:type="dcterms:W3CDTF">2026-10-27T13:57:44Z</dcterms:modified>
</cp:coreProperties>
</file>