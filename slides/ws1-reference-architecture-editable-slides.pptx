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(Gemini 2.5 Pro (Dedicated PT)),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5-Hop Context Propagation &amp; Closed-Loop OTel Governance Flow: Workstream 1 State &amp; Feedback Flow  •  Sealed TenantContext Propagation + Closed-Loop BigQuery OTel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Reference Architecture &amp; 5-Hop Governance Rollout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3-Pillar Multi-Tenant Reference Architecture Operating Model: Workstream 1 Operating Model  •  Identity &amp; Edge Context + Scoped Memory &amp; Guardrails + Data Isolation &amp; FinOps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(Gemini 2.5 Pro (Dedicated PT)),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(ContextCacheConfig) • Gemini 2.5 Pro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"Bearer..."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"sha256:9f86d0...",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• &amp; Memory ACL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5-Hop Context Propagation &amp; Closed-Loop OTel Governance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End-to-end tenant context propagation and closed-loop telemetry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STS (Hop 1)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Scope (Hops 2–3)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Cache (Hop 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 Hub (Hop 5)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Validates OIDC JWT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RFC 9449 DPoP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spoofed headers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immediate HTTP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401 / 403 fail-closed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Propagates sealed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to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Gemini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prefix cache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Binds AlloyDB RLS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session variable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3LO MCP OAuth token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Streams zero-PII OpenTelemetry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 &amp; security spans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&amp; tenant quota policy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State &amp; Feedback Flow  •  Sealed TenantContext Propagation + Closed-Loop BigQuery OTel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Control plane &amp; project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project + Shared Pool + Dedicated Enterprise Spoke projects (Single shared GCP project (ramp-portal-dev); logica…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Compute &amp; agent runtime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dynamic tier router dispatches Standard -&gt; Pool, Enterprise -&gt; PSC Spoke (Shared Cloud Run v2 &amp; shared Vertex AI Agent Eng…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Network &amp; perimeter isolation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endpoints (10.10.0.50 -&gt; /24 NAT) (Shared VPC protected by Cloud Armor L7 WAF header sa…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Identity &amp; access control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Unified Hub OIDC verification + tier-scoped OBO/DPoP token forwarding (IAP OIDC + IAM STS RFC 8693 OBO &amp; RFC 9449 DPoP sender-c)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GAP-01 (Hop 2) • Agent Engine Regi…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2 PASS (HTTP 403 on cross-tenant Agent Alpha discovery) • Target GA: Q4 2026 (Shared Agent Engine Registry lacks native per…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GAP-02 (Hop 3) • Memory Bank CMEK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WS3 Tests 4A/4B/6 PASS (HTTP 423 Locked &lt;60s on key disable) • Target GA: Q4 2026 (Pooled Vertex AI Memory Bank supports project-lev…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GAP-03 (Hop 3) • Per-Tenant Rate Q…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6 PASS (HTTP 429 on 500-RPM flood; budget clamped to 4k) • Target GA: Q4 2026 (Vertex AI quota system enforces regional pro…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GAP-04 (Hop 1/2) • Multi-IdP 3LO B…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10 PASS (HTTP 401 step-up challenge -&gt; 200 OK ServiceNow) • Target GA: Q4 2026 (External Microsoft Entra ID OIDC tokens req…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nitinagga-ge-2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Reference Architecture &amp; 5-Hop Governance Rollout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1 Reference Architecture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3-Pillar Multi-Tenant Reference Architecture Operating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 Reference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Cryptographic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&amp; Edge Context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 client-supplied X-Tenant-Id headers at Cloud Armor edge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Exchange OIDC JWTs via IAM STS (RFC 8693) + DPoP (RFC 9449)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 immutable TenantContext across all 5 runtime hops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Scoped Memory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Reasoning Guardrails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 Agent Engine Registry (ARD) discovery by tenant ACL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 L1–L5 memory under /tenants/{id}/namespaces/*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Model Armor, NLC gates &amp; Cloud SDP PII redaction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Data Isolation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FinOps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AlloyDB FORCE ROW LEVEL SECURITY to session tenant_id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90% Gemini 2.5 Pro shared prefix cache savings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SHA-256 hashed OTel spans to BigQuery chargeback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Operating Model  •  Identity &amp; Edge Context + Scoped Memory &amp; Guardrails + Data Isolation &amp; FinOps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Trust End-to-End: Every Hop Verifies Signed TenantSecurityContext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Mandate 1: 5-Hop Defense-in-Depth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Pattern A ($42/mo) • Pattern B ($1,850/mo) • Pattern C (Hybrid PSC Router)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Matches Infrastructure Unit Cost Directly to Customer Contract ACV &amp; Compliance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Mandate 2: Tiered Isolation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(Python ADK 2.0) + Terraform Blueprints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Codebase Forking • Tier Promotion Becomes a Declarative Metadata Update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Mandate 3: 80% Code Reusability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90% Prefix Cache Savings Without Cross-Tenant Risk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Tokens) + Scoped L1–L5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Net Per-Turn Token Savings with 0 Cross-Tenant Prompt Cache Bleed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Mandate 4: Safe FinOps Caching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Validate Every Release Against Automated Red-Team Gates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Continuous Automated Compliance Receipts Logged in BigQuery OTel Sink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Mandate 5: Continuous Verification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14-slide 3-Act executive architecture deck,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2026-10-16T15:02:47Z</dcterms:created>
  <dcterms:modified xsi:type="dcterms:W3CDTF">2026-10-16T15:02:47Z</dcterms:modified>
</cp:coreProperties>
</file>