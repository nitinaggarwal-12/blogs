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Reference Taxonomy &amp; 5-Hop Governance (Workstream 1)
Official Google Cloud Architecture Center hub-and-spoke reference architecture comparing Pooled (Pattern A), Sovereign Silos (Pattern B), and Dynamic Hybrid (Pattern C) isolation models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Step 1 &amp; 2 (Zone 1 Routing Hub): Global ALB, Cloud Armor WAF, and IAP authenticate tenant callers, strip spoofed headers, and look up the tenant isolation pattern.
• Zone 2 (Central Governance Hub): Security Command Center, Cloud KMS CMEK, and BigQuery OTel centralize threat detection, key lifecycle, and zero-PII chargeback.
• Step 3 Tier Dispatch: The 80% reusable ADK control plane routes requests dynamically to Pattern A (Yellow Spoke) or Pattern B/C (Red Spoke).
• Zone 3 (Pattern A Pooled Spoke): Enforces Model Armor screening (4/6), Gemini 2.5 Pro 90% prefix caching (5), Valkey RPM bulkheads, and AlloyDB RLS.
• Zone 4 (Pattern B Silos &amp; Pattern C PSC Spoke): Enforces VPC-SC perimeters, IAM PAB, air-gapped Gemma 3 / Claude 3.7 endpoints, and tenant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Google Cloud Agentic AI, Security &amp; Data Stack
• Agentic AI &amp; Foundation Models: Vertex AI Agent Engine (ADK 2.0 runtime, Agent Registry &amp; L1–L5 Memory Bank), Gemini 2.5 Pro with ContextCacheConfig (90% shared prefix discount), Vertex AI Model Garden (Claude 3.7 Sonnet), and Gemma 3 (27B) on private GKE.
• Ingress, Identity &amp; AI Safety Guardrails: Global External Application Load Balancer, Google Cloud Armor L7 WAF, Identity-Aware Proxy (IAP) &amp; IAM Security Token Service (RFC 8693 OBO + RFC 9449 DPoP), Vertex AI Model Armor, and Cloud Sensitive Data Protection (DLP).
• Data, Storage, Networking &amp; Governance: AlloyDB for PostgreSQL (FORCE ROW LEVEL SECURITY), Memorystore for Valkey (per-tenant RPM bulkheads) &amp; Firestore, VPC Service Controls (VPC-SC) &amp; Private Service Connect (PSC), Cloud KMS CMEK (HTTP 423 kill-switch), and BigQuery OTel.
• Shared 80% Reusable Application Core: All three isolation patterns execute the exact same Python ADK 2.0 5-hop security pipeline (`core-cymbal-agent/runtime_pipeline.py`), parameterizing only the surrounding 20% Google Cloud project and network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WS1 • 3-Zone Multi-Tenant Reference Taxonomy &amp; 5-Hop Control Plane: Workstream 1 Reference Taxonomy  •  Zone 1 (Tenant Ingress) → Zone 2 (5-Hop Control Plane) → Zone 3 (Patterns A, B &amp;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WS1 • Hop 1 Spoofed Header Stripping &amp; OBO + DPoP Context Minting: Workstream 1 Hop 1 Identity Gate  •  Strips Spoofed Headers &amp; Mints Sender-Constrained TenantContext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WS1 • 5-Actor UML Sequence: End-to-End 5-Hop Request Lifecycle (Steps 1–6): Workstream 1 5-Hop Sequence  •  Chronological Execution Across Edge STS, ARD/Memory, Model Armor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WS1 • 5-Hop Context Propagation &amp; Closed-Loop OTel Governance Flow: Workstream 1 State &amp; Feedback Flow  •  Sealed TenantContext Propagation + Closed-Loop BigQuery OTel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Comparison of Multi-Tenant Isolation Patterns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Compensating Controls for EAP Product Gaps (GAP-01..05)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1 • Reference Architecture &amp; Cloud Architecture Center Doc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WS1 • Reference Architecture &amp; 5-Hop Governance Rollout Timeline: Workstream 1 Rollout Timeline  •  Phase 1 (5-Hop Core) → Phase 2 (GAP-01..05 Controls) → Phase 3 (20/20 Certification)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WS1 • 3-Pillar Multi-Tenant Reference Architecture Operating Model: Workstream 1 Operating Model  •  Identity &amp; Edge Context + Scoped Memory &amp; Guardrails + Data Isolation &amp; FinOps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Enforce Cryptographic Context Across All 5 Hops: Database row filters alone cannot secure agentic AI; tenant identity must govern ingress, tool discovery, memory namespaces, safety guardrails, and SQL RLS.
• Align Isolation Topology to Regulatory &amp; Margin Requirements: Deploy Pattern A ($42/mo) for commercial scale, Pattern B ($1,850/mo) for regulated sovereignty, and Pattern C for multi-tier SaaS portfolios.
• Maintain a Single 80% Reusable Agent Codebase: Parameterize isolation boundaries via declarative Firestore profiles and Terraform modules rather than forking separate application codebases.
• Capture 90% Prefix Cache Savings Without Cross-Tenant Risk: Bind Gemini 2.5 Pro ContextCacheConfig strictly to immutable platform instructions while isolating tenant episodic state in L1–L5 Memory Bank.
• Validate Every Release Against Automated Red-Team Gates: Execute the 20-assertion verification suite (10 Pattern A breach tests, 6 Pattern B silo tests, 4 Pattern C migration tests) in CI/CD.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 on Google Cloud: Reference Taxonomy &amp; 5-Hop Governance (Workstream 1)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hub-and-spoke reference architecture comparing Pooled (Pattern A), Sovereign Silos (Pattern B), and Dynamic Hybrid (Pattern C) isolation models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Multi-Tenant Agentic Challenge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Provisioning dedicated cloud projects for $500/month commercial tenants erodes SaaS gross margins, whereas naive shared runtimes expose cross-tenant tool, memory, and quota surfaces.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Four Agentic Threat Vectors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Unlike deterministic CRUD applications, autonomous ADK agents dynamically discover MCP tools, persist episodic Memory Bank state, share prompt caches, and consume variable reasoning tokens.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Production Isolation Topologies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(High-Density Pooled), Pattern B (Zero-Trust Sovereign Silos), and Pattern C (Dynamic Hybrid PSC Spokes) reuse 80% of the same Python ADK 2.0 application codebase.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Five-Hop Cryptographic Defense-in-Depth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agent turn enforces verified tenant context across Edge OBO/DPoP (Hop 1), Registry Discovery (Hop 2), Memory &amp; Quotas (Hop 3), Model Armor/SDP (Hop 4), and AlloyDB RLS (Hop 5).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Arc (14 Slides): Act I Architecture → Act II Runtime → Act III Proof &amp; Rollout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1 &amp; 2 (Zone 1 Routing Hub): Global ALB, Cloud Armor WAF, and IAP authenticate tenant callers, strip spoofed headers, and look up the tenant isolation pattern.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(Central Governance Hub): Security Command Center, Cloud KMS CMEK, and BigQuery OTel centralize threat detection, key lifecycle, and zero-PII chargeback.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 Tier Dispatch: The 80% reusable ADK control plane routes requests dynamically to Pattern A (Yellow Spoke) or Pattern B/C (Red Spoke).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Pooled Spoke): Enforces Model Armor screening (4/6), Gemini 2.5 Pro 90% prefix caching (5), Valkey RPM bulkheads,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ramp-portal-dev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(ramp-portal-dev / 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3.7 or Private GKE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Multi-Tenant Isolation Topologies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Pooled ($42/mo), Pattern B Sovereign Silos ($1,850/mo), and Pattern C Dynamic Hybrid PSC sharing one 80% reusable ADK 2.0 core.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• Template #78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Defense-in-Depth Hops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enforces tenant identity across Edge OBO/DPoP, Agent Engine Registry, Memory Bank, Model Armor, and AlloyDB RLS.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1–5 • Fail-Closed Guardrails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Net Per-Turn Token Cost Reduction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2.5 Pro ContextCacheConfig caches the 32,000-token SRE system prefix once at a 90% discount across pooled commercial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• ContextCacheConfig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20/20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Security &amp; Migration Gates PASS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across 10 Pattern A red-team breach tests, 6 Pattern B CMEK kill-switch tests, and 4 Pattern C zero-downtime live upgrade tests.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Audit • 20/20 Sims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Google Cloud Agentic AI, Security &amp; Data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Google Cloud Agentic AI, Security &amp; Data Stack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AI &amp; Foundation Models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 (ADK 2.0 runtime, Agent Registry &amp; L1–L5 Memory Bank), Gemini 2.5 Pro with ContextCacheConfig (90% shared prefix discount), Vertex AI Model Garden (Claude 3.7 Sonnet), and Gemma 3 (27B) on private GKE.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(ADK 2.0) • Gemini 2.5 Pro (ContextCacheConfig) • Claude 3.7 • Gemma 3 27B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90% Shared System Prefix Cache Discount + Flexible Managed or Air-Gapped Model Hosting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Agentic AI &amp; Models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Ingress, Identity &amp; AI Safety Guardrails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External Application Load Balancer, Google Cloud Armor L7 WAF, Identity-Aware Proxy (IAP) &amp; IAM Security Token Service (RFC 8693 OBO + RFC 9449 DPoP), Vertex AI Model Armor, and Cloud Sensitive Data Protection (DLP).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Load Balancing • Cloud Armor WAF • IAP &amp; IAM STS (OBO + DPoP) • Model Armor • Cloud DLP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Cryptographic Identity Binding (HTTP 401) + Bidirectional Prompt &amp; PII Guardrails (HTTP 400/422)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Ingress, Identity &amp; Safety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Data, Storage, Networking &amp; Governance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for PostgreSQL (FORCE ROW LEVEL SECURITY), Memorystore for Valkey (per-tenant RPM bulkheads) &amp; Firestore, VPC Service Controls (VPC-SC) &amp; Private Service Connect (PSC), Cloud KMS CMEK (HTTP 423 kill-switch), and BigQuery OTel.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AlloyDB (PostgreSQL RLS) • Memorystore Valkey • Firestore • VPC-SC • PSC • Cloud KMS CMEK • BigQuery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0 Cross-Tenant Rows • Sub-60s HTTP 423 CMEK Kill-Switch • Zero-PII FinOps Chargeback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Data, Network &amp; Governance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80% Reusable Application Core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isolation patterns execute the exact same Python ADK 2.0 5-hop security pipeline (core-cymbal-agent/runtime_pipeline.py), parameterizing only the surrounding 20% Google Cloud project and network boundary.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(models.py, runtime_pipeline.py) + Terraform Modules (2.6, 3.6, 4.6)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Identical Python ADK Codebase Across Pooled (A), Siloed (B) &amp; Hybrid (C) Tiers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Unified Platform Core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3-Zone Multi-Tenant Reference Taxonomy &amp; 5-Hop Control Plane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IDENTITY &amp; EDGE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ADK 2.0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Pipeline)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Cloud Run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RFC 9449 DPoP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 &amp; 90% Cache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Sealed TenantContext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Tier-Aware Routing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(Pool / Silo / PSC)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(Patterns A, B &amp; C Execution)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($42/mo)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VPC-SC &amp; Hybrid PSC Spokes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Hub &amp; BigQuery FinOps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Reference Taxonomy  •  Zone 1 (Tenant Ingress) → Zone 2 (5-Hop Control Plane) → Zone 3 (Patterns A, B &amp; 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Hop 1 Spoofed Header Stripping &amp; OBO + DPoP Context Minting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Untrusted Caller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"Authorization": "Bearer..."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"client_headers"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"X-Tenant-Id: finvault"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"override_attempt"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header&gt;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IAM STS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Security Gate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Header Strip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Exchange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9449 DPoP JKT Bind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Sealed Immutable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"dpop_jkt": "sha256:9f86d0...",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"memory_ns": "/tenants/retail",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"rls_tag": "current_tenant_id",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 "VERIFIED_HOP_1"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Hop 1 Identity Gate  •  Strips Spoofed Headers &amp; Mints Sender-Constrained TenantContext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5-Actor UML Sequence: End-to-End 5-Hop Request Lifecycle (Steps 1–6)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Edge &amp; IAM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&amp; Memory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 LLM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MCP &amp; AlloyDB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64208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OIDC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JWT + DPoP proof</a:t>
            </a:r>
            <a:endParaRPr lang="en-US" sz="82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DPoP JWT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3182112" y="230428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3042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67712"/>
            <a:ext cx="15361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headers &amp; mints OBO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136392" y="2889504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200400" y="2688336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 OBO + DPoP → Mint Sealed TenantContext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5285232" y="2944368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443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907792"/>
            <a:ext cx="15361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 filter ARD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catalog &amp; scope L1–L5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namespace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303520" y="334670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• Scoped Agent • &amp; Memory ACL</a:t>
            </a:r>
            <a:endParaRPr lang="en-US" sz="76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screens prompt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 Model Armor &amp; hits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 cache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 Hit (32k Tok)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Cost Reduction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+ 3LO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AlloyDB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session &amp; exchanges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MCP OAuth token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tenant_id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Executes parameterized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(0 cross-tenant rows)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OTel span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Enforce RLS Predicate (0 Foreign Rows)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Stream Zero-PII Span (BigQuery OTel)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200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5-Hop Sequence  •  Chronological Execution Across Edge STS, ARD/Memory, Model Armor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5-Hop Context Propagation &amp; Closed-Loop OTel Governance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End-to-end tenant context propagation and closed-loop telemetry flow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530352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STS (Hop 1)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749040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822192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 &amp; Memory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Scope (Hops 2–3)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Cache (Hop 4)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RLS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 Hub (Hop 5)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468880" y="1572768"/>
            <a:ext cx="1316736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05456" y="1627632"/>
            <a:ext cx="1243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Validates OIDC JWT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RFC 9449 DPoP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2505456" y="318211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505456" y="3730752"/>
            <a:ext cx="1243584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432304" y="3877056"/>
            <a:ext cx="1389888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87168" y="3913632"/>
            <a:ext cx="12801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Rejects spoofed headers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with immediate HTTP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401 / 403 fail-closed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Propagates sealed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TenantContext to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Armor &amp; Gemini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32k prefix cache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Binds AlloyDB RLS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session variable &amp;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3LO MCP OAuth token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Streams zero-PII OpenTelemetry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cost &amp; security spans back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BigQuery &amp; tenant quota policy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State &amp; Feedback Flow  •  Sealed TenantContext Propagation + Closed-Loop BigQuery OTel Governance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Comparison of Multi-Tenant Isolation Patterns (A, B &amp; 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Comparison of Multi-Tenant Isolation Patterns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project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separation in software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per tenant (cymbal-{tenant}-silo-prod) under org folder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project + Shared Pool + Dedicated Enterprise Spoke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Compute &amp; agent runtime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&amp; shared Vertex AI Agent Engine worker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Agent Engine &amp; private GKE GPU cluster (172.16.0.2/28, Gemma 3 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Firestore dynamic tier router dispatches Standard -&gt; Pool, Enterprise -&gt; PSC Spoke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Network &amp; perimeter isolation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VPC protected by Cloud Armor L7 WAF header sanitization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Per-tenant VPC Service Controls (VPC-SC) perimeter + BeyondCorp mTLS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Private Service Connect (PSC) endpoints (10.10.0.50 -&gt; /24 NAT)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access control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 OIDC + IAM STS RFC 8693 OBO &amp; RFC 9449 DPoP sender-constrained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IAM Principal Access Boundaries (PAB) + dedicated per-silo service accounts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 OIDC verification + tier-scoped OBO/DPoP token forwarding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memory &amp; state plane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with FORCE ROW LEVEL SECURITY + namespaced L1–L5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AlloyDB &amp; Memory Bank encrypted by tenant Cloud KMS CMEK (HTTP 423)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CMEK spoke vault + 3-phase zero-downtime live migration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32k prefix cache (90% discount -&gt;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Vertex AI Provisioned Throughput or air-gapped GKE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Blended portfolio (74% lower total cloud spend across 950 Std + 50 Ent tenants)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unit cost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(Std) / $1,850 (Ent) • Multi-tier SaaS with live tier upsell (4/4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837176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Control plane &amp; project boundary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Ingress Hub project + Shared Pool + Dedicated Enterprise Spoke projects (Single shared GCP project (ramp-portal-dev); logica…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837176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Compute &amp; agent runtime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Firestore dynamic tier router dispatches Standard -&gt; Pool, Enterprise -&gt; PSC Spoke (Shared Cloud Run v2 &amp; shared Vertex AI Agent Eng…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837176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Network &amp; perimeter isolation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 Private Service Connect (PSC) endpoints (10.10.0.50 -&gt; /24 NAT) (Shared VPC protected by Cloud Armor L7 WAF header sa…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837176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Identity &amp; access control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Unified Hub OIDC verification + tier-scoped OBO/DPoP token forwarding (IAP OIDC + IAM STS RFC 8693 OBO &amp; RFC 9449 DPoP sender-c)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Side-by-Side Architectural Trade-Off &amp; Security Verification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Compensating Controls for EAP Product Gaps (GAP-01..05)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Compensating Controls for EAP Product Gaps (GAP-01..05)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880360"/>
                <a:gridCol w="3886200"/>
                <a:gridCol w="27276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 ID &amp; Component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Current Preview / EAP Limitation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Production Compensating Control (core-cymbal-agent/)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Verification Gate &amp; Target GA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GAP-01 (Hop 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Agent Engine Registry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lacks native per-tenant IAM condition predicates on ListAgents discovery calls.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Hop2AgentRegistryDiscovery.filter_ard_catalog validates signed JWT tenant_id against visibility metadata before LLM tool binding.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2 PASS (HTTP 403 on cross-tenant Agent Alpha discovery)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GAP-02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Memory Bank CMEK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Vertex AI Memory Bank supports project-level CMEK rather than distinct per-tenant KMS keys in one shared pool.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Pattern A applies envelope encryption via tenant KMS keys; Pattern B isolates each tenant in a dedicated CMEK project (HTTP 423).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WS3 Tests 4A/4B/6 PASS (HTTP 423 Locked &lt;60s on key disable)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GAP-03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Per-Tenant Rate Quotas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quota system enforces regional project-level RPM/TPM limits rather than native per-tenant sub-quotas.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Hop3RuntimeAndMemory enforces atomic per-tenant token-bucket RPM limits in Memorystore for Valkey (120 vs. 600 RPM) + thinking_budget clamps.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6 PASS (HTTP 429 on 500-RPM flood; budget clamped to 4k)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GAP-04 (Hop 1/2)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Multi-IdP 3LO Broker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External Microsoft Entra ID OIDC tokens require custom claims normalization and step-up consent for downstream MCP tools.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 Edge STS normalizes Entra ID tid/sub claims into DPoP-bound TenantSecurityContext with -32042 step-up 3LO elicitation.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10 PASS (HTTP 401 step-up challenge -&gt; 200 OK ServiceNow)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GAP-05 (Hop 5)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Zero-PII Token Billing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Billing exports aggregate Vertex AI SKU charges by GCP project rather than individual logical SaaS tenant_id.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Hop5DataAndFinOps emits zero-PII OpenTelemetry spans (cached_tokens, thinking_tokens, output_tokens) to BigQuery chargeback ledger.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Forensic Check F-08 PASS (3 billing SQL models verified in BigQuery) • Target GA: Q1 2027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GAP-01 (Hop 2) • Agent Engine Regi…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WS2 Test 2 PASS (HTTP 403 on cross-tenant Agent Alpha discovery) • Target GA: Q4 2026 (Shared Agent Engine Registry lacks native per…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GAP-02 (Hop 3) • Memory Bank CMEK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WS3 Tests 4A/4B/6 PASS (HTTP 423 Locked &lt;60s on key disable) • Target GA: Q4 2026 (Pooled Vertex AI Memory Bank supports project-lev…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GAP-03 (Hop 3) • Per-Tenant Rate Q…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WS2 Test 6 PASS (HTTP 429 on 500-RPM flood; budget clamped to 4k) • Target GA: Q4 2026 (Vertex AI quota system enforces regional pro…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GAP-04 (Hop 1/2) • Multi-IdP 3LO B…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WS2 Test 10 PASS (HTTP 401 step-up challenge -&gt; 200 OK ServiceNow) • Target GA: Q4 2026 (External Microsoft Entra ID OIDC tokens req…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Compensating Controls, Terraform Blueprint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CLOUD RUN REVISIONS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ramp-portal-dev (#248990048888) &amp; nitinagga-ge-2 (#638420508320) serving Pattern A/B/C endpoints (HTTP 200)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nitinagga-ge-2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nitina-ggarwal-sandbox-647724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screenshots/cloud-console/gcp_console_02_cloud_run_revisions_deploy.png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LOGGING 20/20 PASS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Logging Explorer verifying 20/20 multi-tenant isolation &amp; live tier upgrade simulations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3-PATTERN TAXONOMY LIVE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Verified Across 3 GCP Projects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across ramp-portal-dev (#248990048888), nitinagga-ge-2 (#638420508320) &amp; nitina-ggarwal-sandbox-647724.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HOP 1–5 RUNTIME ENVELOPE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&amp; ARD Catalog Filter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spoofed X-Tenant-Id headers at Cloud Armor edge and binds immutable TenantContext across all 5 hops.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GAP-01..05 COMPENSATING GATES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RPM, Model Armor &amp; Zero-PII OTel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Closes all 5 multi-tenant EAP product gaps with 100% deterministic fail-closed HTTP 401/403/422/423/429 gates.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12/12 FORENSIC + 20/20 SUITE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Automated CI/CD Audit Certification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by run_deep_forensic_audit.py (12/12 PASS) and 20/20 end-to-end security &amp; migration simulations.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Reference Architecture &amp; 5-Hop Governance Rollout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1 Reference Architecture Rollout Roadmap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5-Hop Core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Identity Context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 Registry Gate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1–2)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8693 OBO + DPoP &amp; Hop 2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Catalog Filter Live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Guardrails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RLS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GAP-01..05 Controls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3–4)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4 Model Armor + Cloud SDP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AlloyDB RLS Enforced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Certification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3-Pattern Taxonomy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20/20 Audit Pass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5–6)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Patterns A, B &amp; C Certified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Across 3 Live GCP Projects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Rollout Timeline  •  Phase 1 (5-Hop Core) → Phase 2 (GAP-01..05 Controls) → Phase 3 (20/20 Certification)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3-Pillar Multi-Tenant Reference Architecture Operating Model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Google Cloud Multi-Tenant Agentic AI Reference Pillars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Cryptographic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Identity &amp; Edge Context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 client-supplied X-Tenant-Id headers at Cloud Armor edge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Exchange OIDC JWTs via IAM STS (RFC 8693) + DPoP (RFC 9449)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Propagate immutable TenantContext across all 5 runtime hops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Scoped Memory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Reasoning Guardrails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Filter Agent Engine Registry (ARD) discovery by tenant ACL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 L1–L5 memory under /tenants/{id}/namespaces/*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Model Armor, NLC gates &amp; Cloud SDP PII redaction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Data Isolation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Zero-PII FinOps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AlloyDB FORCE ROW LEVEL SECURITY to session tenant_id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Capture 90% Gemini 2.5 Pro shared prefix cache savings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 SHA-256 hashed OTel spans to BigQuery chargeback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Operating Model  •  Identity &amp; Edge Context + Scoped Memory &amp; Guardrails + Data Isolation &amp; FinOps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Enforce Cryptographic Context Across All 5 Hops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Database row filters alone cannot secure agentic AI; tenant identity must govern ingress, tool discovery, memory namespaces, safety guardrails, and SQL RLS.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Hops 1–5: Cloud Armor • IAP • Agent Engine Registry • Valkey • Model Armor • AlloyDB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Trust End-to-End: Every Hop Verifies Signed TenantSecurityContext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Mandate 1: 5-Hop Defense-in-Depth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Align Isolation Topology to Regulatory &amp; Margin Requirements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Pattern A ($42/mo) for commercial scale, Pattern B ($1,850/mo) for regulated sovereignty, and Pattern C for multi-tier SaaS portfolios.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Pattern A ($42/mo) • Pattern B ($1,850/mo) • Pattern C (Hybrid PSC Router)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Matches Infrastructure Unit Cost Directly to Customer Contract ACV &amp; Compliance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Mandate 2: Tiered Isolation Economics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Maintain a Single 80% Reusable Agent Codebase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Parameterize isolation boundaries via declarative Firestore profiles and Terraform modules rather than forking separate application codebases.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(Python ADK 2.0) + Terraform Blueprints (2.6, 3.6, 4.6)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Codebase Forking • Tier Promotion Becomes a Declarative Metadata Update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Mandate 3: 80% Code Reusability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Capture 90% Prefix Cache Savings Without Cross-Tenant Risk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Gemini 2.5 Pro ContextCacheConfig strictly to immutable platform instructions while isolating tenant episodic state in L1–L5 Memory Bank.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(32k Tokens) + Scoped L1–L5 Memory Bank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84.7% Net Per-Turn Token Savings with 0 Cross-Tenant Prompt Cache Bleed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Mandate 4: Safe FinOps Caching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Validate Every Release Against Automated Red-Team Gates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20-assertion verification suite (10 Pattern A breach tests, 6 Pattern B silo tests, 4 Pattern C migration tests) in CI/CD.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scripts/run_deep_forensic_audit.py • 12/12 Forensic Gates • 20/20 Simulations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Continuous Automated Compliance Receipts Logged in BigQuery OTel Sink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Mandate 5: Continuous Verification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Review the 14-slide 3-Act executive architecture deck, execute python3 -B scripts/run_deep_forensic_audit.py, and proceed to Workstream 2 (Pattern A Pooled Architecture).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Reference Taxonomy &amp; 5-Hop Governance (Workstream 1)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2026-10-16T04:33:36Z</dcterms:created>
  <dcterms:modified xsi:type="dcterms:W3CDTF">2026-10-16T04:33:36Z</dcterms:modified>
</cp:coreProperties>
</file>