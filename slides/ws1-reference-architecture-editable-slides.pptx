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Taxonomy &amp; 5-Hop Baseline (Workstream 1)
Pooled, Sovereign Silo &amp; Dynamic Hybrid topologies extending the Cloud Architecture Center hub-and-spoke reference for B2B ISV SaaS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Official Architecture Center reference models one spoke project per business unit; 90%+ of B2B SaaS ISVs cannot afford that per Standard-tier tenant.
• Agents add four new failure modes: dynamic MCP discovery, confused-deputy credentials, context-cache bleed, and noisy-neighbor runaway reasoning loops.
• Workstream 1 defines Pattern A (Pooled), Pattern B (Sovereign Silos), and Pattern C (Dynamic Hybrid) on an 80% reusable core + 20% topology delta.
• A single 5-Hop Cryptographic Context Chain (hop1..hop5 Python modules) enforces identical governance across all three patterns.
• Deliverables: Doc PR for the Architecture Center (1.3), product review pack (1.2), and an EAP/product-gap ledger with 3 P0 workarounds (1.4).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classic SaaS tenancy breaks for agents
• Static routes and WHERE-clause tenancy cannot govern multi-turn reasoning, dynamic MCP tool calls, or shared prompt caches.
• Failure mode 1: mid-turn MCP discovery can expose another tenant's private connectors or custom agents.
• Failure mode 2: ambient service-account IAM turns prompt injection into cross-tenant bucket and API reads.
• Failure mode 3: shared prompt caches and session memory leak context without cryptographic prefix separation.
• Failure mode 4: unbounded thinking_budget or recursive tool retries exhaust shared model TPM quotas for every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case study: Cymbal, FinVault, RetailStream
• Cymbal SaaS (ISV) runs a Shared Incident Diagnostic Agent on Gemini 2.5 Pro with ContextCacheConfig for up to 90% COGS savings.
• FinVault Bank (Enterprise): Google OIDC, 8,000 thinking tokens, private Agent Alpha on Claude Sonnet, CMEK memory finvault:user:session.
• RetailStream Corp (Standard): zero Google footprint, Microsoft Entra ID, 4,000 token cap, Redis bulkhead, inline 3LO consent for ServiceNow.
• Symmetric invisibility: RetailStream gets 403 on Agent Alpha; RetailStream's ServiceNow MCP connector never appears to FinVault.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Three-pattern taxonomy (A / B / C)
• Pattern A Pooled: shared gVisor runtime + temp:tenant_id, shared VPC behind Cloud Armor + IAP, AlloyDB RLS, lowest unit COGS.
• Pattern B Sovereign Silos: dedicated project, VPC-SC perimeter, IAM PAB, Cloud KMS CMEK kill-switch, optional air-gapped Gemma 3 on GKE.
• Pattern C Dynamic Hybrid: unified control plane, tenant-aware router, PSC spokes for Enterprise, zero-downtime live tier upgrades.
• Isolation is a per-tenant tier decision, not a per-platform decision; the same 80% core code runs in every pattern.
• Milestones: Pattern A Week 4 (WS2), Pattern B Week 7 (WS3), Pattern C Week 10 (WS4).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Cryptographic Context Chain
• Hop 1 hop1_edge_identity_pep.py: Cloud Armor/IAP strip forged X-Tenant-ID; RFC 8693 OBO bound to RFC 9449 DPoP jkt thumbprint.
• Hop 2 hop2_registry_pdp_callbacks.py: Registry PDP + ARD catalog filtering; ADK before_agent_callback tool pruning; 403 on private agents.
• Hop 3 hop3_compute_finops_bulkhead.py: gVisor temp:tenant_id, Firestore/Memorystore config, 5-Level Memory Bank, Redis bulkheads.
• Hop 4 hop4_model_armor_guardrails.py: Model Armor ingress screen, tenant Semantic NLCs (OCC/FDIC vs PCI), egress SDP PII redaction.
• Hop 5 hop5_data_rls_and_otel.py: SET LOCAL app.current_tenant AlloyDB RLS, 2LO/3LO Auth Manager broker, BigQuery OTel chargeback.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PR: extending the Architecture Center
• Keeps the official routing hub, central governance &amp; security hub, tenant spokes, VPC-SC org perimeter, and PAB boundaries intact.
• Rewrites the intro for two audiences: B2B SaaS/ISVs protecting COGS and large decentralized enterprises governing regulated units.
• Adds a 'Choose a multi-tenant agentic topology' decision table covering Pattern A, B, and C controls.
• Inserts a new 'Enforcing the 5-Hop Cryptographic Context Chain' section with the four failure modes and the Cymbal case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gaps &amp; EAP asks (1.2 / 1.4)
• GAP-P0-01 GEAP Registry filters by IAM project principal, not tenant_id; workaround: gateway PEP + before_agent_callback, 403 Forbidden.
• GAP-P0-02 Memory Bank lacks per-tenant namespace CMEK; workaround: Cloud KMS envelope encryption or Pattern C PSC Memory Spoke.
• GAP-P0-03 Auth Manager needs custom DPoP jkt verification for external Entra ID tenants before 3LO brokering.
• P1/P2: unified Model Garden cache API, stateless ADK OAuth checkpoint, VPC-SC MCP egress bridge, 423 Locked CMEK SLA, PSC registry, migrator.
• CISO sign-offs: immutability of temp: state, Entra ID federation with no shadow account, CMEK revocation propagation within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GEAP Multi-Tenant Agentic AI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Cloud Architecture Center: Multi-Tenant Agentic AI with 5-Hop Cryptographic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Agentic multi-tenancy needs controls at edge, registry, runtime, guardrail, and data layers; a tenant_id column is not isolation.
• Choose topology per tenant tier: Pattern A for Standard, Pattern B for regulator-mandated perimeters, Pattern C when you serve both.
• The 5-Hop chain is topology-agnostic code; the trust boundary changes, the governance modules do not.
• Prompt prefix caching is safe in a pool only when ContextCacheConfig is read-only on shared system instructions.
• Three P0 product gaps already have engineered workarounds; EAP allowlists target Q4 2026 for native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1.3 Doc PR, enable the 1.4 allowlist checklist in your sandbox, then proceed to Workstream 2 (Pattern A Pooled, Milestone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Cloud: Taxonomy &amp; 5-Hop Baseline (Workstream 1)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Sovereign Silo &amp; Dynamic Hybrid topologies extending the Cloud Architecture Center hub-and-spoke reference for B2B ISV SaaS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 spoke project per business unit; 90%+ of B2B SaaS ISVs cannot afford that per Standard-tier tenant.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add four new failure modes: dynamic MCP discovery, confused-deputy credentials, context-cache bleed, and noisy-neighbor runaway reasoning loops.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(Pooled), Pattern B (Sovereign Silos), and Pattern C (Dynamic Hybrid) on an 80% reusable core + 20% topology delta.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 (hop1..hop5 Python modules) enforces identical governance across all three patterns.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Doc PR for the Architecture Center (1.3), product review pack (1.2), and an EAP/product-gap ledger with 3 P0 workarounds (1.4).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Why classic SaaS tenancy breaks for agents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classic SaaS tenancy breaks for agents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routes and WHERE-clause tenancy cannot govern multi-turn reasoning, dynamic MCP tool calls, or shared prompt caches.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1: mid-turn MCP discovery can expose another tenant's private connectors or custom agents.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2: ambient service-account IAM turns prompt injection into cross-tenant bucket and API reads.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3: shared prompt caches and session memory leak context without cryptographic prefix separation.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4: unbounded thinking_budget or recursive tool retries exhaust shared model TPM quotas for every tenant.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Anchor case study: Cymbal, FinVault, RetailStream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case study: Cymbal, FinVault, RetailStream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(ISV) runs a Shared Incident Diagnostic Agent on Gemini 2.5 Pro with ContextCacheConfig for up to 90% COGS savings.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(Enterprise): Google OIDC, 8,000 thinking tokens, private Agent Alpha on Claude Sonnet, CMEK memory finvault:user:session.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(Standard): zero Google footprint, Microsoft Entra ID, 4,000 token cap, Redis bulkhead, inline 3LO consent for ServiceNow.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invisibility: RetailStream gets 403 on Agent Alpha; RetailStream's ServiceNow MCP connector never appears to FinVault.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Three-pattern taxonomy (A / B / C)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Three-pattern taxonomy (A / B / 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Pooled: shared gVisor runtime + temp:tenant_id, shared VPC behind Cloud Armor + IAP, AlloyDB RLS, lowest unit COGS.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Silos: dedicated project, VPC-SC perimeter, IAM PAB, Cloud KMS CMEK kill-switch, optional air-gapped Gemma 3 on GKE.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Hybrid: unified control plane, tenant-aware router, PSC spokes for Enterprise, zero-downtime live tier upgrades.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 is a per-tenant tier decision, not a per-platform decision; the same 80% core code runs in every pattern.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Milestones: Pattern A Week 4 (WS2), Pattern B Week 7 (WS3), Pattern C Week 10 (WS4).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5-Hop Cryptographic Context Chain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Cryptographic Context Chain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hop1_edge_identity_pep.py: Cloud Armor/IAP strip forged X-Tenant-ID; RFC 8693 OBO bound to RFC 9449 DPoP jkt thumbprint.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hop2_registry_pdp_callbacks.py: Registry PDP + ARD catalog filtering; ADK before_agent_callback tool pruning; 403 on private agents.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hop3_compute_finops_bulkhead.py: gVisor temp:tenant_id, Firestore/Memorystore config, 5-Level Memory Bank, Redis bulkheads.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hop4_model_armor_guardrails.py: Model Armor ingress screen, tenant Semantic NLCs (OCC/FDIC vs PCI), egress SDP PII redaction.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hop5_data_rls_and_otel.py: SET LOCAL app.current_tenant AlloyDB RLS, 2LO/3LO Auth Manager broker, BigQuery OTel chargeback.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Doc PR: extending the Architecture Center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PR: extending the Architecture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official routing hub, central governance &amp; security hub, tenant spokes, VPC-SC org perimeter, and PAB boundaries intact.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the intro for two audiences: B2B SaaS/ISVs protecting COGS and large decentralized enterprises governing regulated units.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 'Choose a multi-tenant agentic topology' decision table covering Pattern A, B, and C controls.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a new 'Enforcing the 5-Hop Cryptographic Context Chain' section with the four failure modes and the Cymbal case study.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Product gaps &amp; EAP asks (1.2 / 1.4)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gaps &amp; EAP asks (1.2 / 1.4)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GAP-P0-01 GEAP Registry filters by IAM project principal, not tenant_id; workaround: gateway PEP + before_agent_callback, 403 Forbidden.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GAP-P0-02 Memory Bank lacks per-tenant namespace CMEK; workaround: Cloud KMS envelope encryption or Pattern C PSC Memory Spoke.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GAP-P0-03 Auth Manager needs custom DPoP jkt verification for external Entra ID tenants before 3LO brokering.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P1/P2: unified Model Garden cache API, stateless ADK OAuth checkpoint, VPC-SC MCP egress bridge, 423 Locked CMEK SLA, PSC registry, migrator.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sign-offs: immutability of temp: state, Entra ID federation with no shadow account, CMEK revocation propagation within 60 seconds.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 (80% Reusable Core + 20% Topology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(Standard &amp; High-Density SaaS)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Project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CMEK Kill-Switch + 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&amp; ARD catalog filter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observability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1.1 BLUEPRINT] GEAP Multi-Tenant Agentic AI Taxonomy: Pooled (Pattern A), Sovereign Silos (Pattern B) &amp; Hybrid (Pattern C)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ISV SaaS Reference Architecture Expanding Google Cloud Architecture Center (Cymbal SaaS Serving FinVault &amp; RetailStream)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TenantsFinVault (OIDC) &amp; RetailStream (Entra)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Cross-Pattern Breach Alerts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OTel &amp;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AlloyDB, BQ &amp; KMS 423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Topology Router &amp; ARD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NLCs &amp; SDP PII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Sender-Constrained JWT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diagrams/ws1-multi-tenant-taxonomy-overview.drawio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Control Plane &amp; Multi-Tenant Governance Perimeter (80% Reusable Core + 20% Topolog…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&amp;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Shared Runtime (Standard &amp; High-Density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(Sovereign Silos) &amp; Pattern C (Hybrid PSC Spokes)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Pool (Shared Runtime)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(8k Cap) &amp; RetailStream (4k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Sovereign Tenant Project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+ IAM PAB + CMEK Kill-Switch +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 PEP/PDP)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ingress, OBO+DPoP &amp; ARD catalog filter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FinOps observability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1.1 BLUEPRINT] GEAP Multi-Tenant Agentic AI Taxonomy: Pooled (Pattern A), Sov…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ISV SaaS Reference Architecture Expanding Google Cloud Architecture Center (Cymbal SaaS Serving FinVault…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B2B TenantsFinVault (OIDC) &amp; RetailStream (Entra)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Cross-Pattern Breach Alerts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 &amp; BQ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 &amp; PAB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(2LO/3LO)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1.3 DOC PR BLUEPRINT] Cloud Architecture Center: Multi-Tenant Agentic AI System with 5-Hop Cryptographic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Hub-and-Spoke Reference Architecture (docs.cloud.google.com/architecture/multi-tenant-agentic-ai-system)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UserOIDC / Entra JWT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Continuous Threat Detection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Redis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(8k Budget)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(4k Cap)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diagrams/ws1-cloud-arch-center-5hop-baseline.drawio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hubs (VPC Service Controls Organization Perimeter)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Alpha)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Beta)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Enterprise Tier (Google OIDC)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(RetailStream Corp)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Standard Tier (Entra ID)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&amp; cryptographic token exchange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1.3 DOC PR BLUEPRINT] Cloud Architecture Center: Multi-Tenant Agentic AI Syst…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Official Hub-and-Spoke Reference Architecture (docs.cloud.google.com/architecture/multi-tenant-agentic-ai-sys…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UserOIDC / Entra JWT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Continuous Threat Detection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 Sink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Manager (2LO / 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edge, registry, runtime, guardrail, and data layers; a tenant_id column is not isolation.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topology per tenant tier: Pattern A for Standard, Pattern B for regulator-mandated perimeters, Pattern C when you serve both.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is topology-agnostic code; the trust boundary changes, the governance modules do not.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 a pool only when ContextCacheConfig is read-only on shared system instructions.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P0 product gaps already have engineered workarounds; EAP allowlists target Q4 2026 for native support.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1.3 Doc PR, enable the 1.4 allowlist checklist in your sandbox, then proceed to Workstream 2 (Pattern A Pooled, Milestone 1).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1.1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GEAP Multi-Tenant Agentic AI Taxonomy: Pooled (Pattern A), Sovereign Silos (Pattern B) &amp; Hybrid (Pattern 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diagrams/vision_metadata/ws1-multi-tenant-taxonomy-overview.vision.json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1.3 DOC PR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Architecture Center: Multi-Tenant Agentic AI System with 5-Hop Cryptographic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diagrams/vision_metadata/ws1-cloud-arch-center-5hop-baseline.vision.json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blogs/ws1-reference-architecture-taxonomy-and-5hop-baseline.md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workstream-1-reference-architecture/1.1-architecture-taxonomy-and-diagrams.md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workstream-1-reference-architecture/1.3-cloud-architecture-center-doc-update-pr.md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workstream-1-reference-architecture/1.4-eap-and-product-gap-tracker.md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Taxonomy &amp; 5-Hop Baseline (Workstream 1)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2026-10-08T13:26:06Z</dcterms:created>
  <dcterms:modified xsi:type="dcterms:W3CDTF">2026-10-08T13:26:06Z</dcterms:modified>
</cp:coreProperties>
</file>