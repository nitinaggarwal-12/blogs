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blocks—Google’s Agent Development Kit 2.0 (ADK), the Model Context Protocol (MCP) for external tool integrations, and Agent Registry and Discovery (ARD)—and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2.0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at the top, traverse Green Perimeter 2 (the Five-Hop Governance Hub) in the center, and execute inside either Yellow Perimeter 3 (the Pattern A Shared Pool Spoke)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Q4 2026 / Q1 2027 native GA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GA sunset hook targeted for Q4 2026 through Q1 2027 so teams can switch cleanly to native GCP primitives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rather than just on slides, here are authentic captures from our deployed Cloud Run revisions, Cloud Logging Explorer, and our Dual-Plane verification harness. On the Intra-Cloud plane, our 20/20 Google Cloud runtime suites verify zero cross-tenant RLS rows across HTTP 200, 403, 423, and 429 responses; on the Inter-Cloud plane, our 30/30 AWS Bedrock AgentCore MCP and live EC2 execution twin harness across ports 3001 through 3010 passes all sixty assertions and all twelve automated forensic gates.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12/12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2.0),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Why It Matters (The SaaS AI Dilemma)</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Dedicated projects per Standard tenant erode SaaS gross margins, whereas naive shared agents leak cross-tenant data via tool schemas and let one rogue tenant starve shared LLM rate limits.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Core Definitions (ADK • MCP • ARD)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Agent Development Kit (ADK 2.0) orchestrates reasoning &amp; callbacks; Model Context Protocol (MCP) standardizes 2LO/3LO enterprise tools; Agent Registry &amp; Discovery (ARD) enforces tenant catalog ACLs.</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Topologies &amp; 80/20 Code Reuse</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(Pooled RLS + 90% prefix cache), Pattern B (Sovereign Silo VPC-SC + CMEK), and Pattern C (Dynamic Hybrid PSC + 0ms tier upgrade) share 80% identical Python ADK 2.0 code.</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5-Hop Pipeline (~42ms p95 Overhead)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Enforces KMS-signed STS JWTs (&lt;0.15ms cached JWKS verify), ARD pruning, targeted Valkey SCAN+UNLINK L1 eviction, streaming Model Armor/DLP (~22ms), and AlloyDB FORCE RLS.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Defines ADK 2.0, MCP &amp; ARD upfront;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-&gt; L2 4 Perimeters -&gt;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in Figure 1 (Slide 6) and &lt;0.15ms cached-JWKS KMS-signed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2.0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(Q4 2026 / Q1 2027)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2.0,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2.0,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2.0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2.0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Hop 1 Edge PEP): Global ALB, Cloud Armor header strip, and IAP OIDC/DPoP exchange (~8ms p95) mint the KMS-signed STS JWT TenantContext.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Hops 3 &amp; 4): Cloud Run Gen2 / Agent Engine gVisor (runsc) kernel sandbox, Valkey RPM bulkheads (~3ms), 90% 32k prefix cache, streaming Model Armor/DLP (~22ms)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cymbal-control-plane</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(cymbal-control-plane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&amp; vaults per-user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({tenant}:{user})</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Q1 2027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(Q4 2026 / Q1 2027)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Projects: cymbal-control-plane • cymbal-pooled-prod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Cloud Run Gen2 (gVisor runsc,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CLI Gate: run_deep_forensic_audit.py (12/12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&amp; Dual-Plane Harness verifying 20/20 GCP suites + 30/30 Inter-Cloud 10-SaaS MCP flows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Query: rls_cross_tenant_rows=0 AND status=(200..429)</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Dual-Plane: 20/20 GCP + 30/30 10-SaaS MCP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Twins: 13.220.94.209:3001..3010 (HTTP 200 • 60/60)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&amp; :3001..3010 Execution Twin flows (60/60 assertions, 12/12 forensic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(24-File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(12/12 PASS • 107/107 Assertions) across 20/20 GCP suites and 30/30 Inter-Cloud 10-SaaS MCP &amp; :3001..3010 Execution Twins.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12/12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2026-10-21T15:27:52Z</dcterms:created>
  <dcterms:modified xsi:type="dcterms:W3CDTF">2026-10-21T15:27:52Z</dcterms:modified>
</cp:coreProperties>
</file>