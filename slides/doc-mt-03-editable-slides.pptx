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Regulated Banking, Healthcare &amp; Sovereign Cloud Workloads
• The Regulated CISO Threat Model: Tier-1 banks and healthcare systems must prove that even an application-layer software bug cannot expose their memory or database rows to another tenant.
• Four Non-Negotiable Sovereign Requirements: Zero physical blast radius, cryptographically enforced network non-exfiltration (VPC-SC), customer-controlled KMS kill-switches, and optional air-gapped open-weight models.
• Dual Sovereign Vault Verification: Pattern B provisions physically separate Google Cloud projects (`cymbal-finvault-silo-prod` and `cymbal-retailstream-silo-prod`) with zero shared databases or encryption keys.
• Preserve Pattern A for Commercial Tiers: Keep standard commercial customers on Pattern A ($42/mo) for 90% shared caching efficiency, and reserve Pattern B ($1,850/mo) for regulated enterprise contracts.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ACT III: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ACT III: PATTERN B SOVEREIGN SILO PROVISIONING TIMELINE: Workstream 3 Pattern B Timeline  •  Dedicated Project &amp; PAB → VPC-SC &amp; CMEK → Private GKE &amp; &lt;60s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ACT III: PATTERN B SOVEREIGN PROJECT, KMS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Sub-60-Second Customer CMEK Kill-Switch (HTTP 423 Locked): If a tenant Security Operations Center revokes or disables its Cloud KMS key, all Agent Engine memory, AlloyDB reads, and GKE inference halt immediately with HTTP 423.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#78 Blueprint, Zones &amp; Request Flow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Unveils the 56-shape Google Cloud Architecture Center (#78) diagram, decomposes 3 trust zones, transforms OBO/DPoP wire payloads &amp; traces 5-actor UML.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Banking, Healthcare &amp; Sovereign Cloud Workloads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Regulated CISO Threat Model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Tier-1 banks and healthcare systems must prove that even an application-layer software bug cannot expose their memory or database rows to another tenant.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Physical Project Isolation • Dedicated VPC • Dedicated AlloyDB &amp;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Cross-Tenant Blast Radius to Absolute Zero at the Hypervisor/Project Layer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Physical Blast Radius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Non-Negotiable Sovereign Requirements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physical blast radius, cryptographically enforced network non-exfiltration (VPC-SC), customer-controlled KMS kill-switches, and optional air-gapped open-weight models.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VPC Service Controls (VPC-SC) • IAM PAB • Cloud KMS CMEK • Air-Gapped GKE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Hardware &amp; Control-Plane Enforcement Independent of Application Code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Sovereign Mandates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 Sovereign Vault Verification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provisions physically separate Google Cloud projects (cymbal-finvault-silo-prod and cymbal-retailstream-silo-prod) with zero shared databases or encryption keys.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cymbal-finvault-silo-prod (FinVault) • cymbal-retailstream-silo-prod (RetailStream)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Independent KMS Key Rings, Independent VPC-SC Perimeters &amp; Independent Audit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Dual-Tenant Silo Parity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Preserve Pattern A for Commercial Tiers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standard commercial customers on Pattern A ($42/mo) for 90% shared caching efficiency, and reserve Pattern B ($1,850/mo) for regulated enterprise contracts.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Tiered SaaS Portfolio: Pattern A ($42/mo) + Pattern B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Aligns Dedicated Infrastructure Spend Directly with Enterprise Contract ACV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Unit Economics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PAB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Agent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"vpc_sc": "403_PERIMETER_DENY",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"cmek_gate": "423_KEY_LOCKED",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"l1_cache_purged": true,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"propagation_sec": 18.4,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"leaked_bytes":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"audit": "scc_sovereign_log"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&amp; Sub-60s Cloud KMS CMEK Liveness Loop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dataset encrypted with customer-managed key finvault-silo-cmek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screenshots/cloud-console/gcp_console_04_bigquery_studio_pattern_b_cmek.png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keyring verifying &lt;60s cryptographic kill-switch &amp; asymmetric ECDSA P-256 key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screenshots/cloud-console/gcp_console_05_cloud_kms_keyring_live.png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SILO PROVISIONING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5-Day Automated Sovereign Single-Tenant Vault &amp; CMEK Kill-Switch Rollout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Project Silo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PAB Boundary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 1 Automated)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Access Boundary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Crypto &amp; Network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Cloud KMS CMEK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2–3)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 199.36.153.4/30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Tenant-Controlled CMEK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Kill-Switch Gate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&lt;60s Revocation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4–5)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6/6 Sovereign Silo &amp; &lt;60s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Kill-Switch PASS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Timeline  •  Dedicated Project &amp; PAB → VPC-SC &amp; CMEK → Private GKE &amp; &lt;60s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PROJECT, KMS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 Physical Isolation or CMEK Kill-Switches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2026-10-19T06:46:37Z</dcterms:created>
  <dcterms:modified xsi:type="dcterms:W3CDTF">2026-10-19T06:46:37Z</dcterms:modified>
</cp:coreProperties>
</file>