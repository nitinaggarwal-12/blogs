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SaaS MCP and live EC2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Meeting Strict Regulatory Sovereignty Mandates</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Banking (OCC/FFIEC), healthcare (HIPAA), and sovereign cloud auditors frequently mandate zero shared compute, zero shared storage, and customer-revocable encryption keys.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80% Reusable ADK Codebase, 20% Dedicated Cloud Perimeter: Pattern B deploys the exact same 5-hop Python ADK runtime inside a dedicated per-tenant Google Cloud project (cymbal-finvault-silo-prod).</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Hardware-Enforced Perimeter Walls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tenant vault is locked by mTLS + IAM Principal Access Boundaries (PAB), a VPC Service Controls (VPC-SC) perimeter, and dedicated Cloud KMS Customer-Managed Encryption Keys (CMEK).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4</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Sub-60-Second Customer CMEK Kill-Switch (HTTP 423 Locked): If a tenant Security Operations Center revokes or disables its Cloud KMS key, all Agent Engine memory, AlloyDB reads, and GKE inference halt immediately with HTTP 423.</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-&gt; L2 Figure 1 -&gt; L3 Kill-Switch -&gt;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Multi-Project Sovereign Topology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Central mTLS Routing &amp; Governance 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Alpha</a:t>
            </a:r>
            <a:endParaRPr lang="en-US" sz="48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80" b="1" dirty="0">
                <a:solidFill>
                  <a:srgbClr val="202124"/>
                </a:solidFill>
                <a:latin typeface="Arial" pitchFamily="34" charset="0"/>
                <a:ea typeface="Arial" pitchFamily="34" charset="-122"/>
                <a:cs typeface="Arial" pitchFamily="34" charset="-120"/>
              </a:rPr>
              <a:t>PAB + VPC-SC Perimeter Beta</a:t>
            </a:r>
            <a:endParaRPr lang="en-US" sz="48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A Silo (FinVault Bank)</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finvault-silo-cmek</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B Silo (RetailStream Corp)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Dedicated Silo • CMEK: retailstream-silo-cmek</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mTLS &amp; SPIFFE Routing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Client certificate pinning (HTTP 401 on SAN mismatch)</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Cloud KMS CMEK &amp; Sovereign Security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mTLS SPIFFE Clients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&amp; RetailStream</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SNI Silo Routing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VPC-SC &amp; PAB Violation Feed</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Per-silo audit sink (CMEK state, VPC-SC denials)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 KeyRing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cymbal-multi-tenant-kr (423 Lock)</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Workspace &amp; Jira (0 Egress)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pattern_b_silo_finvault_cmek_vault</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RetailStream Silo</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Entra SharePoint &amp; SNOW</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Silo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(medcore test)</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Sovereign Hub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Routes to Dedicated Silo</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FinVault Perimeter</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Gemma 3 (27B) GKE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vLLM + Dedicated PT</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Retail PCI Perimeter</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Provisioned Quota</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mTLS • SPIFFE Cert Pinning</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Edge Prompt &amp; DDoS Filter</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IAM PAB Verifier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HTTP 403 Cross-Project Block</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state &amp; VPC-SC</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audit monitoring</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Private GKE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Zero Egress</a:t>
            </a:r>
            <a:endParaRPr lang="en-US" sz="470" dirty="0"/>
          </a:p>
        </p:txBody>
      </p:sp>
      <p:sp>
        <p:nvSpPr>
          <p:cNvPr id="207" name="Shape 185"/>
          <p:cNvSpPr/>
          <p:nvPr/>
        </p:nvSpPr>
        <p:spPr>
          <a:xfrm>
            <a:off x="2691994" y="5468112"/>
            <a:ext cx="782726"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10282" y="5477256"/>
            <a:ext cx="74615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finvault-silo-cmek</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Ready</a:t>
            </a:r>
            <a:endParaRPr lang="en-US" sz="470" dirty="0"/>
          </a:p>
        </p:txBody>
      </p:sp>
      <p:sp>
        <p:nvSpPr>
          <p:cNvPr id="209" name="Shape 187"/>
          <p:cNvSpPr/>
          <p:nvPr/>
        </p:nvSpPr>
        <p:spPr>
          <a:xfrm>
            <a:off x="5168189" y="4833518"/>
            <a:ext cx="559613"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86477" y="4842662"/>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VPC-SC Bound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Secure RAG</a:t>
            </a:r>
            <a:endParaRPr lang="en-US" sz="470" dirty="0"/>
          </a:p>
        </p:txBody>
      </p:sp>
      <p:sp>
        <p:nvSpPr>
          <p:cNvPr id="211" name="Shape 189"/>
          <p:cNvSpPr/>
          <p:nvPr/>
        </p:nvSpPr>
        <p:spPr>
          <a:xfrm>
            <a:off x="5074920" y="5468112"/>
            <a:ext cx="747065"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093208" y="5477256"/>
            <a:ext cx="71048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 Kill-Switch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HTTP 423 Verified</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Sovereign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HTTP 423 Locked)</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to isolated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VPC-SC tenant project</a:t>
            </a:r>
            <a:endParaRPr lang="en-US" sz="470" dirty="0"/>
          </a:p>
        </p:txBody>
      </p:sp>
      <p:sp>
        <p:nvSpPr>
          <p:cNvPr id="219" name="Shape 197"/>
          <p:cNvSpPr/>
          <p:nvPr/>
        </p:nvSpPr>
        <p:spPr>
          <a:xfrm>
            <a:off x="2541118" y="2885846"/>
            <a:ext cx="522122"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59406" y="2894990"/>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Enforce org</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PAB policy</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Verify client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SPIFFE SAN</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Silo 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200 / 423</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mTLS Valid</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Purge L1</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Purges in-memory L1</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session cache &amp; halts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AlloyDB / Memory I/O</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Purge L1 &amp; Halt I/O</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KEYRING &amp; 10-SAAS SOVEREIGN MCP</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KMS keyring verifying &lt;60s cryptographic kill-switch, ECDSA P-256 key &amp; 10/10 Sovereign 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Keys: finvault-silo-cmek • retailstream-silo-cmek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GEMMA 3 27B &amp; 10-SAAS SILO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Air-Gapped Gemma 3 &amp; 10/10 Sovereign SaaS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(199.36.153.4/30) with 10/10 Pattern B Inter-Cloud AWS AgentCore MCP CMEK kill-switch assertions.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2026-10-21T20:25:50Z</dcterms:created>
  <dcterms:modified xsi:type="dcterms:W3CDTF">2026-10-21T20:25:50Z</dcterms:modified>
</cp:coreProperties>
</file>