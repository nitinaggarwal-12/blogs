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3 of 6 • High-Density Pool Blueprint</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DOC-MT-03</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15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 You graduate to Bridge or Silo when contractual liability justifies the operational tax. Until then, the Pool tier is how ISVs ship agentic AI to thousands of tenants with one runbook, one SLO, and margins that survive."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traces a single agentic turn end-to-end: Alice, a financial analyst at Tenant A, asks her platform’s revenue agent to analyze Q3 data. We follow her request through out-of-band Control Plane policy lookup, Compute Plane identity verification and ephemeral execution, Data Plane 3-hop governed data access, and cost-controlled model inference.</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Control Plane lives in proj-control-plane-prod. It is strictly out-of-band—Alice’s live inference turns never traverse it directly, eliminating latency bottlenecks and single points of failure.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(Logical &amp; Cryptographic Slice A • FinVault Bank and Logical &amp; Cryptographic Slice B • RetailStream Corp),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1: High-Density Pooled Architecture — Control, Compute &amp; Data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Complete 5-step execution topology for the High-Density Pool Tier across Workforce Identity Federation, Pooled Ingress API Gateway, Ephemeral Agent Runtime, Pooled Memory Bank, and 3-Hop Data Plane RLS.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GCP Project: cymbal-pooled-saas-prod</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 (90% COGS Save)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32k Shared Operator Prefix</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Token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Memorystore Valkey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4k Standard vs 8k Enterprise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 Private Agent Alpha</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Workspace/Jira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Drive, Calendar, Gmail, Jira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app.current_tenant='finvault'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Agent Only (403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Entra &amp; SNOW</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Inline OAuth Consent Gate</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current_tenant='retailstream'</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Callback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before_agent_callback Prune</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IBAN/SWIFT + FINRA Policy</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8,000 Thinking-Token Budget</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Card PAN + PCI Policy</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Clamped to 4,000 Tokens</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DDoS (Strips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Discovery Engine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Catalog Filter (403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 OBO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RFC 8693 OBO + DPoP (jkt)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84.7% Net Input COGS Savings &amp; OTel</a:t>
            </a:r>
            <a:endParaRPr lang="en-US" sz="420" dirty="0"/>
          </a:p>
        </p:txBody>
      </p:sp>
      <p:sp>
        <p:nvSpPr>
          <p:cNvPr id="148" name="Text 126"/>
          <p:cNvSpPr/>
          <p:nvPr/>
        </p:nvSpPr>
        <p:spPr>
          <a:xfrm>
            <a:off x="5147158"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cymbal-skills-fv</a:t>
            </a:r>
            <a:endParaRPr lang="en-US" sz="420" dirty="0"/>
          </a:p>
        </p:txBody>
      </p:sp>
      <p:sp>
        <p:nvSpPr>
          <p:cNvPr id="149" name="Text 127"/>
          <p:cNvSpPr/>
          <p:nvPr/>
        </p:nvSpPr>
        <p:spPr>
          <a:xfrm>
            <a:off x="5171846" y="5206594"/>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FinVault Rows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cymbal-skills-rs</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Retail Rows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37706" y="3397910"/>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SDP-redacted tenant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Bind immutable temp:tenant_id</a:t>
            </a:r>
            <a:endParaRPr lang="en-US" sz="420" dirty="0"/>
          </a:p>
        </p:txBody>
      </p:sp>
      <p:sp>
        <p:nvSpPr>
          <p:cNvPr id="155" name="Text 133"/>
          <p:cNvSpPr/>
          <p:nvPr/>
        </p:nvSpPr>
        <p:spPr>
          <a:xfrm>
            <a:off x="4989881" y="2980944"/>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Mint OBO + DPoP token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51806" y="2299716"/>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header X-Tenant-ID</a:t>
            </a:r>
            <a:endParaRPr lang="en-US" sz="420" dirty="0"/>
          </a:p>
        </p:txBody>
      </p:sp>
      <p:sp>
        <p:nvSpPr>
          <p:cNvPr id="159" name="Text 137"/>
          <p:cNvSpPr/>
          <p:nvPr/>
        </p:nvSpPr>
        <p:spPr>
          <a:xfrm>
            <a:off x="5065776" y="281635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Filter Agent Catalog</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GCP Project: cymbal-pooled-saas-prod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GCP Project: cymbal-pooled-saas-prod: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Edge PEP &amp; Agent Catalog PDP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Discovery Engine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 OBO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Shared FinOps, Cache &amp; OTel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ContextCacheConfig: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Memorystore Valkey: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FinVault Logical Partition &amp; RetailStream Logical Partition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Pooled gVisor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3LO Workspace/Jira / 3LO Entra &amp; SNOW: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Edge PEP &amp; Agent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Discovery Engine PDP, and IAP + OBO Broker, the request is forwarded to ADK Callback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Callback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FinVault Logical Partition,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GCS Skills: cymbal-skills-fv.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RLS Filtered FinVault Rows.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sends the validated, context-enriched prompt to Gemini 2.5 Pro &amp; Flash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Edge PEP &amp; Agent Catalog PDP, while structured OpenTelemetry audit and FinOps spans stream to the Hop 3 &amp; 5: Shared FinOps, Cache &amp; OTel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High-Density Pool Tier: An End-to-End Implementation Blueprint.</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for PostgreSQL: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Enterprise PostgreSQL database enforcing Row-Level Security (RLS) and parameterized ScaNN vector search for grounded RAG retrieval.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Row Access Policies: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Memorystore for Valkey: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Section 2: Compute Plane — Alice’s Execution Hot Path</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5-Hop Cryptographic Context Chain and Shared AlloyDB RLS,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Policy &amp; Tokenomics Schema: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defines the token quota policies and Model Armor rules that the Compute Plane enforces at runtime, aggregating per-tenant usage into BigQuery for billing and gross-margin analytics.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Cross-Plane Observability Contract: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owns the OpenTelemetry contract, defining mandatory span attributes and operating the Cloud Trace to BigQuery pipeline that feeds cost attribution and LLM-as-a-Judge evaluation datasets.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Model Armor as Fail-Closed Gate: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If prompt injection is detected at ingress, the turn is rejected before compute is provisioned—protecting the ephemeral runtime fleet from malicious warm-start costs.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Callback Gate under Shared GCP Project: cymbal-pooled-saas-prod.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Discovery Engine PDP.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Pooled gVisor Pod &amp; 3LO Workspace/Jira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Pooled gVisor Pod with 3LO Workspace/Jira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3LO Workspace/Jira: Maximizes blast-radius containment by keeping credentials, service accounts, and data access strictly inside Logical &amp; Cryptographic Slice A • FinVault Bank.;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Discovery Engine PDP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 &amp; Memorystore Valkey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Discovery Engine PDP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RLS &amp; Memorystore Valkey: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Callback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Pooled gVisor Pod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Callback Gate: </a:t>
            </a:r>
            <a:pPr indent="0" marL="0">
              <a:buNone/>
            </a:pPr>
            <a:r>
              <a:rPr lang="en-US" sz="690" dirty="0">
                <a:solidFill>
                  <a:srgbClr val="3C4043"/>
                </a:solidFill>
                <a:latin typeface="Arial" pitchFamily="34" charset="0"/>
                <a:ea typeface="Arial" pitchFamily="34" charset="-122"/>
                <a:cs typeface="Arial" pitchFamily="34" charset="-120"/>
              </a:rPr>
              <a:t>Deploy ADK Callback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Pooled gVisor Pod &amp; 3LO Workspace/Jira: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3LO Workspace/Jira.
</a:t>
            </a:r>
            <a:pPr indent="0" marL="0">
              <a:buNone/>
            </a:pPr>
            <a:r>
              <a:rPr lang="en-US" sz="700" b="1" dirty="0">
                <a:solidFill>
                  <a:srgbClr val="202124"/>
                </a:solidFill>
                <a:latin typeface="Arial" pitchFamily="34" charset="0"/>
                <a:ea typeface="Arial" pitchFamily="34" charset="-122"/>
                <a:cs typeface="Arial" pitchFamily="34" charset="-120"/>
              </a:rPr>
              <a:t>• Shared AlloyDB RLS: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ContextCacheConfig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FinVault Logical Partition and RetailStream Logical Partition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ContextCacheConfig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ContextCacheConfig.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Flash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 OBO Broker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Flash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 OBO Broker &amp; 3LO Workspace/Jira: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High-Density Pool Tier: An End-to-End Implementation Blueprint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sql/control_plane_tokenomics.sql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Control Plane billing &amp; tokenomics schema (BigQuery)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CREATE TABLE agent_usage.tokenomics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tier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output_tokens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cached_prefix_tokens INT64 DEFAULT 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session_id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timestamp TIMESTAMP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PARTITION BY DATE(timestamp)</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CLUSTER BY tenant_id, tier;</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2026-10-16T15:15:35Z</dcterms:created>
  <dcterms:modified xsi:type="dcterms:W3CDTF">2026-10-16T15:15:35Z</dcterms:modified>
</cp:coreProperties>
</file>