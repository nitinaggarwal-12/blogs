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VPC-SC, IAM PAB, Cloud KMS CMEK &amp; Air-Gapped Gemma 3
• Wall 1 — mTLS &amp; IAM Principal Access Boundaries (PAB): Every request must present a pinned BeyondCorp client certificate (`cert_sha256`) and pass an IAM PAB rule binding the caller strictly to that tenant’s project.
• Wall 2 — VPC Service Controls (VPC-SC) Data Perimeter: Wraps Vertex AI, AlloyDB, Cloud Storage, GKE, and BigQuery inside a service perimeter that blocks unauthorized egress or cross-project copies (HTTP 403).
• Wall 3 — Ubiquitous Cloud KMS CMEK Binding: A single tenant-managed Cloud KMS key encrypts AlloyDB tables, Vertex AI Memory Bank state, GKE persistent disks, and BigQuery audit datasets.
• Flexible Sovereign Model Hosting: Tenants can run Gemini 2.5 Pro on Provisioned Throughput inside VPC-SC or deploy air-gapped Gemma 3 (27B) on a private GKE GPU node pool (`172.16.0.2/28`, zero public IPs).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WS3 • Pattern B Sovereign Single-Tenant Project, VPC-SC &amp; CMEK Silo: Workstream 3 Pattern B Sovereign Silos  •  Dedicated Project, VPC-SC, IAM PAB &amp; &lt;60s CMEK Kill-Switch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WS3 • Pattern B Exfiltration &amp; Revoked CMEK Request vs. Fail-Closed Silo: Workstream 3 Pattern B Sovereign Silos  •  VPC-SC Egress Block + &lt;60s HTTP 423 CMEK Kill-Switch Guarantee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WS3 • 5-Actor UML Sequence: Pattern B &lt;60s CMEK Revocation Kill-Switch: Workstream 3 Pattern B Sequence  •  Customer CISO Disables KMS Key → &lt;60s L1 Purge &amp; HTTP 423 Hard 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WS3 • Pattern B VPC-SC Air-Gapped Inference &amp; Continuous KMS Attestation: Workstream 3 Pattern B Pipeline  •  Restricted VIP Air-Gapped Inference + Continuous &lt;60s KMS CMEK Liveness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4-Stage Vault Provisioning, Terraform Blueprint &amp; Economics
• 4-Stage Automated Silo Provisioner: Programmatically creates the dedicated tenant GCP project, enables 8 core APIs, provisions the 90-day rotating Cloud KMS key, and binds VPC-SC + IAM PAB.
• 1-Click Terraform Silo Blueprint (`3.6-terraform-silo-blueprint`): Deploys the complete sovereign stack—KMS key ring, VPC-SC service perimeter, isolated VPC (`10.30.0.0/20`), and private air-gapped GKE cluster.
• Predictable Enterprise Unit Economics ($1,850/mo Floor): Dedicated AlloyDB, VPC-SC, and private GKE nodes establish a clear cost floor designed for $50k–$500k+/year regulated enterprise contracts.
• Blending Pattern A and Pattern B into Pattern C: Workstream 4 demonstrates how to front both high-margin Pattern A pools and dedicated Pattern B silos behind one unified SaaS domain.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3 • Pattern B — Zero-Trust Sovereign Silos.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WS3 • Pattern B Zero-Trust Sovereign Silo Provisioning Timeline: Workstream 3 Pattern B Timeline  •  Dedicated Project &amp; PAB → VPC-SC &amp; CMEK → Private GKE &amp; &lt;60s Kill-Switch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WS3 • Pattern B Sovereign Project, Cryptographic &amp; Model Governance: Workstream 3 Pattern B Operating Model  •  Project &amp; VPC-SC Sovereignty + Tenant CMEK + Air-Gapped Gemma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Deploy Pattern B When Contracts Mandate Physical Isolation or CMEK Kill-Switches: Satisfy banking, healthcare, and public-sector auditors with dedicated projects, VPC-SC, and customer-revocable keys.
• Reuse 80% of the Core Agent Codebase Across All Silos: Parameterize project IDs, KMS key URIs, and model endpoints via configuration so engineering maintains a single software release train.
• Combine Identity (IAM PAB) and Network (VPC-SC) Perimeters: Pairing Principal Access Boundaries with VPC Service Controls prevents both credential reuse outside the silo and data exfiltration from inside.
• Bind Compute, Memory, and Storage to One Tenant CMEK Lever: Validating Cloud KMS key state on every turn guarantees a deterministic sub-60-second HTTP 423 kill-switch across the entire stack.
• Certify Every Silo Before Go-Live with Automated Tests: Run `run_silo_security_tests.py` (`6/6 PASS`) during tenant onboarding to hand customer CISOs an auditable verification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Meeting Strict Regulatory Sovereignty Mandates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Banking (OCC/FFIEC), healthcare (HIPAA), and sovereign cloud auditors frequently mandate zero shared compute, zero shared storage, and customer-revocable encryption keys.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Reusable ADK Codebase, 20% Dedicated Cloud Perimeter: Pattern B deploys the exact same 5-hop Python ADK 2.0 runtime inside a dedicated per-tenant Google Cloud project (cymbal-finvault-silo-prod).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Hardware-Enforced Perimeter Walls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tenant vault is locked by mTLS + IAM Principal Access Boundaries (PAB), a VPC Service Controls (VPC-SC) perimeter, and dedicated Cloud KMS Customer-Managed Encryption Keys (CMEK).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Sub-60-Second Customer CMEK Kill-Switch (HTTP 423 Locked): If a tenant Security Operations Center revokes or disables its Cloud KMS key, all Agent Engine memory, AlloyDB reads, and GKE inference halt immediately with HTTP 423.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Arc (14 Slides): Act I Architecture → Act II Runtime → Act III Proof &amp; Rollout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Gemini 2.5 Pro (Dedicated PT)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Dedicated PT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53105"/>
            <a:ext cx="760781" cy="217627"/>
          </a:xfrm>
          <a:prstGeom prst="roundRect">
            <a:avLst>
              <a:gd name="adj" fmla="val 2100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62249"/>
            <a:ext cx="724205" cy="1993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03550" y="4817059"/>
            <a:ext cx="560527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21838" y="4826203"/>
            <a:ext cx="52395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691994" y="5451653"/>
            <a:ext cx="782726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10282" y="5460797"/>
            <a:ext cx="74615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48072" y="4817059"/>
            <a:ext cx="599846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66360" y="4826203"/>
            <a:ext cx="56327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56632" y="5451653"/>
            <a:ext cx="782726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74920" y="5460797"/>
            <a:ext cx="74615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39773" y="5603443"/>
            <a:ext cx="521208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58061" y="5612587"/>
            <a:ext cx="484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53105"/>
            <a:ext cx="73883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62249"/>
            <a:ext cx="70225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53105"/>
            <a:ext cx="669341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62249"/>
            <a:ext cx="632765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21915" y="2870302"/>
            <a:ext cx="560527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40203" y="2879446"/>
            <a:ext cx="52395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2175"/>
            <a:ext cx="68671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1319"/>
            <a:ext cx="6501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0658"/>
            <a:ext cx="68671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19802"/>
            <a:ext cx="6501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27732" y="2079346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46020" y="2088490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27732" y="2606040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46020" y="2615184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53282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71570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53282" y="2719426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71570" y="2728570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32150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0438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32150" y="2645359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0438" y="2654503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$1,850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Monthly Sovereign Silo Footprint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GCP project per regulated enterprise tenant (cymbal-{tenant}-silo-prod) with zero shared runtime, memory, or database state.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• Dedicated GCP Project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&lt;60s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Customer-Managed CMEK Revocation Kill-Switch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the tenant Cloud KMS cryptoKeyVersion halts AlloyDB and Memory Bank access with deterministic HTTP 423 Locked.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 • HTTP 423 Locked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6/6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Exfiltration &amp; CMEK Revocation Tests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Certifies VPC Service Controls ingress/egress blocks, IAM Principal Access Boundaries, and dual-tenant FinVault + RetailStream silos.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3.5 Silo Security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100%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Private GKE &amp; VPC-SC Isolation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open-weights Gemma 3 (27B) on private GKE GPU nodes (172.16.0.2/28) inside a restricted Google APIs VPC-SC perimeter.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+ Private GKE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VPC-SC, IAM PAB, Cloud KMS CMEK &amp; Air-Gapped Gemma 3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VPC-SC, IAM PAB, Cloud KMS CMEK &amp; Air-Gapped Gemma 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1 — mTLS &amp; IAM Principal Access Boundaries (PAB)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must present a pinned BeyondCorp client certificate (cert_sha256) and pass an IAM PAB rule binding the caller strictly to that tenant’s project.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Enterprise mTLS + Google Cloud IAM Principal Access Boundary (PAB)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Neutralizes Stolen Credentials: Principals Cannot Authenticate Outside Their Silo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1: Identity &amp; mTLS Boundary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2 — VPC Service Controls (VPC-SC) Data Perimeter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Wraps Vertex AI, AlloyDB, Cloud Storage, GKE, and BigQuery inside a service perimeter that blocks unauthorized egress or cross-project copies (HTTP 403).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Cloud Access Context Manager + VPC Service Controls (Restricted VIP)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All Data Exfiltration to External Projects or Unapproved Buckets (HTTP 403)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2: VPC-SC Data Perimeter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3 — Ubiquitous Cloud KMS CMEK Binding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tenant-managed Cloud KMS key encrypts AlloyDB tables, Vertex AI Memory Bank state, GKE persistent disks, and BigQuery audit datasets.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(90-Day Auto-Rotation + Live Pre-Execution Heartbeat)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Cryptographic Lever Controlling Compute, Memory, Database &amp; Logs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3: Unified CMEK Control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Flexible Sovereign Model Hosting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Tenants can run Gemini 2.5 Pro on Provisioned Throughput inside VPC-SC or deploy air-gapped Gemma 3 (27B) on a private GKE GPU node pool (172.16.0.2/28, zero public IPs).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GKE Cluster (Gemma 3 27B IT on L4/A100 GPUs) + Vertex AI PT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Air-Gapped Model Weights &amp; Prompts Inside the Tenant’s Sovereign VPC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Model Inference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Sovereign Single-Tenant Project, VPC-SC &amp; CMEK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ENTERPRISE CALLER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(Dedicated Tenant Ingress)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Wealth AI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(Google OIDC)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CISO Admin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(KMS Key Custodian)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Auditor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OCC / GDPR Compliance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Verifier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VIP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IAM PAB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Boundary Check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PERIMETER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(restricted.googleapis.com)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Zero-Egress Sovereign Security Gateway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PAB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Principal Access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Boundary (PAB)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Ingress/Egress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Deny Perimeter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Gate (&lt;60s)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Restricted VIP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199.36.153.4/30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Public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Internet Egress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SILO VPC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(cymbal-finvault-silo-prod)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Inference (Gemma 3 27B) &amp; Dedicated Vertex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• Agent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Agent Engine &amp; Sovereign GCS Skills Bucket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AlloyDB Primary + Tenant CMEK Kill-Switch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Sovereign Silos  •  Dedicated Project, VPC-SC, IAM PAB &amp; &lt;60s CMEK Kill-Switch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Exfiltration &amp; Revoked CMEK Request vs. Fail-Closed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Cross-Perimeter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"egress": "gs://ext-bucket"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"kms_key_state"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"cryptoKeyVersion: DISABLED"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"cross_project"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&lt;unauthorized principal&gt;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Sovereign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Enforcer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Egress Deny Gate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PAB Principal Check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&lt;60s KMS CMEK Liveness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Sovereign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 Response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"vpc_sc": "403_PERIMETER_DENY",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"cmek_gate": "423_KEY_LOCKED",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"l1_cache_purged": true,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"propagation_sec": 18.4,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"leaked_bytes": 0,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"audit": "scc_sovereign_log"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Sovereign Silos  •  VPC-SC Egress Block + &lt;60s HTTP 423 CMEK Kill-Switch Guarantee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5-Actor UML Sequence: Pattern B &lt;60s CMEK Revocation Kill-Switch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CISO Admin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(Tenant Key)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&amp; Silo Gateway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Agent Engine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AlloyDB &amp; SCC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 triggers emergency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 disable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finvault-silo-cmek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cryptoKeyVersion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revokes IAM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cryptoKeyDecrypter across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project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 Key Binding → Emit KMS Audit Revocation Event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Gateway detects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state on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probe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• Liveness Probe Failed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enters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hard cryptographic lock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within &lt;60 seconds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(CMEK Revoked)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&lt;60s Cryptographic Kill-Switch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 L1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Purges in-memory L1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session cache &amp; halts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Memory I/O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&amp; Halt I/O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deterministic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 &amp; logs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Security Command Ctr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0 Cached Tokens Served Post-Revoke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Immutable SCC Compliance Log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423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Sequence  •  Customer CISO Disables KMS Key → &lt;60s L1 Purge &amp; HTTP 423 Hard Lock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VPC-SC Air-Gapped Inference &amp; Continuous KMS Attestation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Zero-egress sovereign inference and continuous CMEK liveness flow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Tenant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&amp; PAB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Perimeter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KMS Gate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Gemma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/ Vertex Silo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AlloyDB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GCS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Authenticates tenant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principal inside PAB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Blocks cross-perimeter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egress (HTTP 403) 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revoked CMEK (HTTP 423)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Routes over Restricted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VIP (199.36.153.4/30)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 zero internet egress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Reads/writes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&amp; GCS skills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encrypted with CMEK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Continuous &lt;60s Cloud KMS key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liveness attestation loops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cache immediately on revoke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Pipeline  •  Restricted VIP Air-Gapped Inference + Continuous &lt;60s KMS CMEK Liveness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6-Point Silo &amp; CMEK Kill-Switch Verification Matrix (6/6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6-Point Silo &amp; CMEK Kill-Switch Verification Matrix (6/6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Test ID &amp; Scenario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Perimeter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Simulated Adversarial / SOC Action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Result (6/6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mTLS Device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Unverified Client Certificate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Enterprise mTLS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Load Balancer Cert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 with HTTP 401 Unauthorized (mTLS SHA-256 fingerprint mismatch)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Cross-Silo Principal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Boundary Violation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Boundary (PAB Policy)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1/2 with HTTP 403 Forbidden (IAM PAB project boundary violation)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Data Exfiltration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Bucket Copy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 Service Controls (VPC-SC)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Restricted Service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prompt attempts to copy FinVault AlloyDB/GCS data to gs://external-attacker-bucket.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by VPC-SC with HTTP 403 VPC_SC_EXFILTRATION_BLOCKED (0 bytes egressed)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Tests 4A &amp; 4B: CMEK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 Key Revoke &amp; Restore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CMEK Heartbeat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(finvault-silo-cmek state check)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4A: Immediate HTTP 423 Locked across Memory/DB/GKE (&lt;60s) • 4B: 200 OK cleanly restored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Air-Gapped GKE Inference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RetailStream Silo Parity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(172.16.0.2/28)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cymbal-retailstream-silo-prod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5: Zero public IP egress verified • Test 6: RetailStream HTTP 423 -&gt; 200 OK parity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Test 1: mTLS Device Identity • Unverified Client Certificate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at Hop 1 with HTTP 401 Unauthorized (mTLS SHA-256 fingerprint mismatch)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Test 2: Cross-Silo Principal • IAM PAB Boundary Violation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at Hop 1/2 with HTTP 403 Forbidden (IAM PAB project boundary violation)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Test 3: Data Exfiltration • Cross-Project Bucket Copy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by VPC-SC with HTTP 403 VPC_SC_EXFILTRATION_BLOCKED (0 bytes egressed)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Tests 4A &amp; 4B: CMEK Kill-Switch • FinVault Key Revoke &amp; Restore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4A: Immediate HTTP 423 Locked across Memory/DB/GKE (&lt;60s) • 4B: 200 OK cleanly restored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4-Stage Vault Provisioning, Terraform Blueprint &amp; Economics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4-Stage Vault Provisioning, Terraform Blueprint &amp; Economics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4-Stage Automated Silo Provisioner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Programmatically creates the dedicated tenant GCP project, enables 8 core APIs, provisions the 90-day rotating Cloud KMS key, and binds VPC-SC + IAM PAB.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Stage 1: Project/APIs -&gt; Stage 2: Cloud KMS CMEK -&gt; Stage 3: VPC-SC/PAB -&gt; Stage 4: Audit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Zero-Touch Onboarding Pipeline with Automated 6-Test Compliance Sign-Off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4-Stage Silo Onboarding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1-Click Terraform Silo Blueprint (3.6-terraform-silo-blueprint)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Deploys the complete sovereign stack—KMS key ring, VPC-SC service perimeter, isolated VPC (10.30.0.0/20), and private air-gapped GKE cluster.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workstream-3-pattern-b-siloed/3.6-terraform-silo-blueprint (main.tf, variables.tf)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Provisions KMS CMEK, Access Context Manager VPC-SC &amp; Private GKE Gemma 3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Silo Blueprint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Predictable Enterprise Unit Economics ($1,850/mo Floor)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AlloyDB, VPC-SC, and private GKE nodes establish a clear cost floor designed for $50k–$500k+/year regulated enterprise contracts.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Dedicated AlloyDB + Private GKE GPU Pool (Optional Add-On) + Dedicated Quota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Baseline Infrastructure Cost • Zero Noisy-Neighbor Contention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Tier FinOps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Blending Pattern A and Pattern B into Pattern C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demonstrates how to front both high-margin Pattern A pools and dedicated Pattern B silos behind one unified SaaS domain.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Next Workstream: Pattern C Dynamic Hybrid Router &amp; Private Service Connect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Connects Central SaaS Hub to Sovereign Spokes via Unidirectional PSC Tunnels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Bridge to Workstream 4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Compensating Controls, Terraform Blueprint &amp; FinOps Economics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B SOVEREIGN CMEK VAULT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dataset encrypted with customer-managed key finvault-silo-cmek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nitinagga-ge-2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nitina-ggarwal-sandbox-647724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screenshots/cloud-console/gcp_console_04_bigquery_studio_pattern_b_cmek.png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KMS KEYRING &amp; P-256 SIGNING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keyring verifying &lt;60s cryptographic kill-switch &amp; asymmetric ECDSA P-256 key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screenshots/cloud-console/gcp_console_05_cloud_kms_keyring_live.png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DEDICATED PROJECT &amp; VPC-SC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Cross-Perimeter Data Exfiltration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Service Controls perimeter around Vertex AI, AlloyDB, GCS &amp; KMS blocks external bucket egress (HTTP 403).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&lt;60s CMEK KILL-SWITCH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Immediate HTTP 423 Locked &amp; L1 Cache Purge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 agent memory and SQL reads in 18.4s (&lt;60s SLA) and purges L1 cache.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ASYMMETRIC ECDSA P-256 A2A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HSM-Signed Agent-to-Agent Handshakes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inter-agent delegation inside the sovereign silo is cryptographically signed via Cloud KMS P-256.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PRIVATE GKE GEMMA 3 (27B)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Open-Weights Inference Option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self-hosted Gemma 3 27B on Private GKE via Restricted VIP 199.36.153.4/30 with zero internet egress.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Zero-Trust Sovereign Silo Provisioning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Sovereign Single-Tenant Vault Rollout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Project Silo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Project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IAM PAB Boundary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 1 Automated)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cymbal-{tenant}-silo-prod +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Principal Access Boundary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Crypto &amp; Network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Perimeter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Cloud KMS CMEK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(Days 2–3)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Restricted VIP 199.36.153.4/30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Tenant-Controlled CMEK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Kill-Switch Gate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Gemma 3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&lt;60s Revocation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(Days 4–5)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6/6 Sovereign Silo &amp; &lt;60s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423 Kill-Switch PASS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Timeline  •  Dedicated Project &amp; PAB → VPC-SC &amp; CMEK → Private GKE &amp; &lt;60s Kill-Switch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Sovereign Project, Cryptographic &amp; Model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Zero-Trust Sovereign Silo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Dedicated Project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Network Sovereignty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1:1 dedicated GCP project (cymbal-{tenant}-silo-prod)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VPC Service Controls perimeter around Vertex, KMS &amp; GCS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IAM Principal Access Boundary (PAB) to block cross-project access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Customer-Managed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Cryptography (CMEK)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Encrypt AlloyDB, Memory Bank, Vertex &amp; GCS with tenant KMS key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 A2A handshakes with asymmetric Cloud KMS ECDSA P-256 key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Guarantee &lt;60s HTTP 423 kill-switch &amp; L1 cache purge on key revoke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Air-Gapped Open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Weights &amp; Auditability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self-hosted Gemma 3 (27B) on Private GKE (0 internet egress)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all Google APIs exclusively via Restricted VIP 199.36.153.4/30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 immutable Access Transparency &amp; KMS logs to tenant SIEM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Operating Model  •  Project &amp; VPC-SC Sovereignty + Tenant CMEK + Air-Gapped Gemma 3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Deploy Pattern B When Contracts Mandate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Pattern B When Contracts Mandate Physical Isolation or CMEK Kill-Switches: Satisfy banking, healthcare, and public-sector auditors with dedicated projects, VPC-SC, and customer-revocable keys.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Dedicated GCP Project • VPC Service Controls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Meets Strictest OCC, HIPAA, FedRAMP &amp; Sovereign Cloud Audit Requirements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Physical Sovereignty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Reuse 80% of the Core Agent Codebase Across All Silos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Parameterize project IDs, KMS key URIs, and model endpoints via configuration so engineering maintains a single software release train.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(Shared Python ADK 2.0) + 3.6-terraform-silo-blueprint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Code Reuse Across Pooled &amp; Siloed Tiers • Zero Per-Tenant Code Forks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Operational Scale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Combine Identity (IAM PAB) and Network (VPC-SC) Perimeters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Pairing Principal Access Boundaries with VPC Service Controls prevents both credential reuse outside the silo and data exfiltration from inside.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mTLS + IAM Principal Access Boundary + VPC-SC Restricted VIP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Both Inbound Credential Spoofing (401/403) &amp; Outbound Exfiltration (403)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Perimeter Lock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Compute, Memory, and Storage to One Tenant CMEK Lever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Validating Cloud KMS key state on every turn guarantees a deterministic sub-60-second HTTP 423 kill-switch across the entire stack.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Live Heartbeat (finvault-silo-cmek / medcore-revoked-cmek)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Sub-60-Second Fail-Closed HTTP 423 Halt Across Memory Bank, AlloyDB &amp; GKE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60s CMEK Kill-Switch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Certify Every Silo Before Go-Live with Automated Tests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run_silo_security_tests.py (6/6 PASS) during tenant onboarding to hand customer CISOs an auditable verification receipt.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workstream-3-pattern-b-siloed/3.5-exfiltration-and-cmek-revocation-tests/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6/6 Automated Security &amp; Revocation Assertions Verified Across FinVault &amp; RetailStream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Day-1 CISO Receipt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6-test sovereign silo suite (run_silo_security_tests.py), review the Terraform silo blueprint (3.6-terraform-silo-blueprint), and continue to Workstream 4 (Pattern C Dynamic Hybrid).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B — Zero-Trust Sovereign Silos: Dedicated Projects, VPC-SC &amp; CMEK Kill-Switch (Workstream 3)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2026-10-18T21:55:03Z</dcterms:created>
  <dcterms:modified xsi:type="dcterms:W3CDTF">2026-10-18T21:55:03Z</dcterms:modified>
</cp:coreProperties>
</file>