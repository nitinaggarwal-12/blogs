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3, we move to Pattern B—our Zero-Trust Sovereign Silo architecture—designed for regulated banking, healthcare, and public-sector customers whose compliance mandates forbid sharing compute, storage, or encryption keys with any other organization.</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Here we see why regulated enterprise buyers like FinVault Bank’s Chief Information Security Officer require a sovereign deployment tier. From a business and regulatory standpoint, they need provable zero blast radius, a dedicated audit trail, and an encryption kill-switch they control directly so they can revoke our platform’s access to their data at any moment. From a technical standpoint, they also want the flexibility to run either dedicated Vertex AI Gemini endpoints or self-hosted, open-weights Gemma 3 models on private Kubernetes nodes with zero public internet egress.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comparison matrix evaluates our sovereign hosting options inside Pattern B—contrasting dedicated managed Vertex AI endpoints against air-gapped Gemma 3 clusters on Google Kubernetes Engine, alongside our VPC Service Controls perimeter and Cloud KMS key management choices. The four selection rules at the bottom give sales engineering and architecture teams a clear guide for matching each customer’s regulatory regime to the right sovereign blueprint.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 at the three concentric security rings on this slide, moving from left to right. Zone 1 at the outer edge verifies hardware-bound client certificates and Principal Access Boundary rules before a request can even approach the project. Zone 2 in the middle is a dedicated, single-tenant Google Cloud project surrounded by a VPC Service Controls digital moat that blocks unauthorized data movement. Zone 3 on the right is the encrypted data and GPU inference vault, where every byte in memory and on disk is locked by the customer’s own Cloud KMS key.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blueprint in Figure 1, we see how those three rings are built in production. Requests pass through the blue Routing Hub with mutual TLS device verification, enter the green Governance Hub where Principal Access Boundaries and live Cloud KMS key-health checks are enforced, and execute inside the red Sovereign Silo Spoke at the bottom—housing dedicated AlloyDB and BigQuery instances alongside an air-gapped GKE Gemma 3 GPU pool inside a locked VPC Service Controls perimeter.</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This timeline walks through the single most important compliance test for any regulated customer: what happens chronologically across our five system actors the moment a customer security officer revokes or disables their Cloud KMS encryption key. Watch Steps 1 through 6: within seconds of the customer flipping their key switch, our background health probe detects the revocation, immediately flushes the customer’s active L1 memory cache in Valkey, terminates in-flight agent reasoning, and returns a deterministic HTTP 423 Locked status on every subsequent call.</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Looking inside the data packet on the wire during a sovereign transaction, you can see how hardware identity and encryption enforcement travel together. On the left, the incoming request must present a valid client certificate fingerprint matching its token. In the center, our gateway performs a live cryptographic ping against the customer’s Cloud KMS key before allowing any memory or database read. On the right, if that key has been revoked by the customer, the payload is rejected with an audited lock receipt and zero plaintext remains in cache.</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Here is the complete closed-loop circuit breaker and Day-2 recovery flow for Pattern B. When a customer triggers their Cloud KMS kill-switch—or when VPC Service Controls detects an anomalous egress attempt—the circuit breaker trips closed in under sixty seconds, purging volatile Valkey caches and locking AlloyDB and BigQuery reads. Just as importantly for operations teams, look at the green recovery path at the bottom: once the customer’s security team re-enables their KMS key, our SRE health probe verifies key availability and lazily re-hydrates the cache from encrypted storage with zero manual intervention.</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six-point verification matrix summarizes every sovereign security and isolation test we run against Pattern B. Each row pairs a high-severity regulatory threat—such as cross-project credential replay, VPC Service Controls data exfiltration, or post-revocation cache lingering—with its exact perimeter control and passing automated test result.</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is the live Google Cloud Console proof from our sovereign sandbox environment. On the left, you can see the active Cloud KMS customer-managed keyring, CryptoKeyVersion state toggles, and Cloud Logging receipts; on the right, the telemetry cards confirm that all six sovereign perimeter and sub-sixty-second kill-switch tests pass with 100% compliance.</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For our executive, business, and technical stakeholders, Pattern B delivers three uncompromising guarantees. Under Security, VPC Service Controls, Principal Access Boundaries, and customer-held KMS kill-switches provide mathematically provable sovereignty. Under Reliability, dedicated per-project quotas and optional private Gemma 3 GPU nodes eliminate external dependency risk. And under Operational Efficiency, our modular Terraform blueprint provisions an entire compliant customer silo repeatably through infrastructure as code.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With Pattern A serving our commercial pool in Workstream 2 and Pattern B serving our regulated silos here in Workstream 3, a critical business question emerges: how do we operate both tiers behind a single product front door, and how do we upgrade a fast-growing customer from the Shared Pool into a Sovereign Silo without taking them offline? That is exactly what we solve next in Workstream 4 with Pattern C.</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3 • PATTERN B — ZERO-TRUST SOVEREIGN SILOS</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Meeting Strict Regulatory Sovereignty Mandates</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Banking (OCC/FFIEC), healthcare (HIPAA), and sovereign cloud auditors frequently mandate zero shared compute, zero shared storage, and customer-revocable encryption keys.</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2</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80% Reusable ADK Codebase, 20% Dedicated Cloud Perimeter: Pattern B deploys the exact same 5-hop Python ADK 2.0 runtime inside a dedicated per-tenant Google Cloud project (cymbal-finvault-silo-prod).</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Three Hardware-Enforced Perimeter Walls</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Every tenant vault is locked by mTLS + IAM Principal Access Boundaries (PAB), a VPC Service Controls (VPC-SC) perimeter, and dedicated Cloud KMS Customer-Managed Encryption Keys (CMEK).</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4</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Sub-60-Second Customer CMEK Kill-Switch (HTTP 423 Locked): If a tenant Security Operations Center revokes or disables its Cloud KMS key, all Agent Engine memory, AlloyDB reads, and GKE inference halt immediately with HTTP 423.</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Regulated Buyers &amp; Sovereign Hosting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Frames the CISO-grade requirements of regulated banking, healthcare and public-sector tenants (Slide 2) and compares dedicated Vertex AI endpoints with air-gapped Gemma 3 on GKE inside a VPC-SC perimeter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Silo Rings -&gt; L2 Figure 1 -&gt; L3 Kill-Switch -&gt; L4 Lock</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PAB edge, dedicated project moat and CMEK vault (Slide 4) into the Pattern B Figure 1 blueprint (Slide 5), the &lt;60s CMEK revocation sequence ending in HTTP 423 Locked (Slide 6) and the revoked-key request rejected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VPC-SC Egress Block, KMS Liveness &amp; 6/6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air-gapped inference loop with continuous Cloud KMS attestation and Day-2 key-restore recovery (Slide 8), the 6-point silo and kill-switch verification matrix (Slide 9) and live BigQuery CMEK vault + KMS keyring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B Operating Model &amp; Terraform 3.6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sovereignty, dedicated-quota reliability and infrastructure-as-code repeatability (Slide 11) and hands engineering the Terraform 3.6 silo blueprint plus run_silo_security_tests.py before WS4 unifies both tiers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Regulated Banking, Healthcare &amp; Defense on Sovereign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The Regulated CISO Threat Model (Zero Physical Blast Radius)</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Tier-1 banks (OCC/FFIEC, EU DORA) and healthcare systems (HIPAA) mandate physically separate GCP projects (cymbal-{tenant}-silo-prod) with zero shared compute or databases.</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Per-Tenant GCP Project • Dedicated VPC (10.30.0.0/20) • Dedicated AlloyDB &amp; Memory Bank
</a:t>
            </a:r>
            <a:pPr indent="0" marL="0">
              <a:buNone/>
            </a:pPr>
            <a:r>
              <a:rPr lang="en-US" sz="730" dirty="0">
                <a:solidFill>
                  <a:srgbClr val="5F6368"/>
                </a:solidFill>
                <a:latin typeface="Roboto" pitchFamily="34" charset="0"/>
                <a:ea typeface="Roboto" pitchFamily="34" charset="-122"/>
                <a:cs typeface="Roboto" pitchFamily="34" charset="-120"/>
              </a:rPr>
              <a:t>Target &amp; SLA: Reduces Cross-Tenant Blast Radius to Absolute Zero at the GCP Project &amp; Hypervisor Layer</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Regulated CISO Sovereignty Mandate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Sovereign Vault (cymbal-finvault-silo-prod)</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Runs air-gapped Gemma 3 (27B IT) on private GKE GPU nodes (172.16.0.2/28, 0 public IPs) alongside private Agent Alpha (Gemini 2.5 Pro Dedicated PT) and CMEK AlloyDB.</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cymbal-finvault-silo-prod • Air-Gapped GKE Gemma 3 (27B) • Gemini 2.5 Pro PT • finvault-silo-cmek
</a:t>
            </a:r>
            <a:pPr indent="0" marL="0">
              <a:buNone/>
            </a:pPr>
            <a:r>
              <a:rPr lang="en-US" sz="730" dirty="0">
                <a:solidFill>
                  <a:srgbClr val="5F6368"/>
                </a:solidFill>
                <a:latin typeface="Roboto" pitchFamily="34" charset="0"/>
                <a:ea typeface="Roboto" pitchFamily="34" charset="-122"/>
                <a:cs typeface="Roboto" pitchFamily="34" charset="-120"/>
              </a:rPr>
              <a:t>Target &amp; SLA: Tier: SOVEREIGN (600 RPM Silo) • Zero Public Egress • &lt;60s HTTP 423 CMEK Revocation + L1 Purge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Bank Sovereign Vault</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Sovereign Vault (cymbal-retailstream-silo-prod)</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Demonstrates dual-silo parity with its own VPC Service Controls perimeter, IAM Principal Access Boundary (PAB), Entra ID 3LO connectors, and independent Cloud KMS CMEK key ring.</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cymbal-retailstream-silo-prod • Independent VPC-SC Perimeter • Independent IAM PAB &amp; KMS Key Ring
</a:t>
            </a:r>
            <a:pPr indent="0" marL="0">
              <a:buNone/>
            </a:pPr>
            <a:r>
              <a:rPr lang="en-US" sz="730" dirty="0">
                <a:solidFill>
                  <a:srgbClr val="5F6368"/>
                </a:solidFill>
                <a:latin typeface="Roboto" pitchFamily="34" charset="0"/>
                <a:ea typeface="Roboto" pitchFamily="34" charset="-122"/>
                <a:cs typeface="Roboto" pitchFamily="34" charset="-120"/>
              </a:rPr>
              <a:t>Target &amp; SLA: Verified Dual-Tenant Silo &amp; CMEK Kill-Switch Parity (Forensic Gate F-08 &amp; Silo Test 6 PASS)</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Sovereign 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3-Wall Hardware Perimeter &amp; &lt;60s CMEK Kill-Switch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BeyondCorp mTLS, IAM PAB, VPC-SC, Cloud KMS CMEK (HTTP 423 Locked), Model Armor, Cloud DLP, AlloyDB, and BigQuery wrap the unchanged 80% reusable ADK 2.0 core.</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PAB • VPC-SC • Cloud KMS CMEK • Model Armor • Cloud DLP • 3.6 Terraform
</a:t>
            </a:r>
            <a:pPr indent="0" marL="0">
              <a:buNone/>
            </a:pPr>
            <a:r>
              <a:rPr lang="en-US" sz="730" dirty="0">
                <a:solidFill>
                  <a:srgbClr val="5F6368"/>
                </a:solidFill>
                <a:latin typeface="Roboto" pitchFamily="34" charset="0"/>
                <a:ea typeface="Roboto" pitchFamily="34" charset="-122"/>
                <a:cs typeface="Roboto" pitchFamily="34" charset="-120"/>
              </a:rPr>
              <a:t>Target &amp; SLA: 80% Shared ADK 2.0 Code + 20% Declarative Sovereign Shell • 6/6 Sovereign Security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B Sovereign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Sovereign Silo Architecture &amp; Model Hosting Comparison (Pattern B Options)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200400"/>
                <a:gridCol w="323057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Sovereign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Logical Pool (120 RPM Pool Baseline)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B1: VPC-SC + Vertex AI Dedicated PT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B2: VPC-SC + Air-Gapped GKE Gemma 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Cloud project &amp;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shared GCP project (ramp-portal-dev); logical software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(cymbal-{tenant}-silo-prod); zero shared compute or DB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 air-gapped VPC (10.30.0.0/20, 0.0.0.0/0 egress blocked)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Identity &amp; perimeter walls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WAF + IAP OIDC + RFC 8693 OBO &amp; RFC 9449 DPoP tokens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IAM PAB + VPC Service Controls (Restricted VIP)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 IAM PAB + VPC-SC + private GKE control plane (172.16.0.2/28)</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Foundation model hosting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Shared Gemini 2.5 Pro pay-as-you-go with 90% ContextCacheConfig prefix cache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Gemini 2.5 Pro Provisioned Throughput inside tenant VPC-SC perimeter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Self-hosted open-weight Gemma 3 (27B IT) on private GKE L4/A100 GPU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CMEK encryption &amp; kill-switch</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Envelope KMS encryption per Memory Bank namespace (mem://{tenant_id}/L1..L5)</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tenant Cloud KMS CMEK across Vertex AI, AlloyDB, GCS &amp; BigQuery</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Cloud KMS CMEK + GKE boot/etcd disks (&lt;60s HTTP 423 Locked + L1 purge)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Provisioning &amp; Terraform IaC</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Instant Firestore tenant profile insert (&lt;50ms commercial self-service)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automated silo factory (3.6-terraform-silo-blueprint, &lt;12 min stamp-out)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silo factory + private GKE GPU cluster &amp; local Artifact Registry mirror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workload</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600 RPM Silo / tenant / month • OCC/FFIEC banking, HIPAA healthcare &amp; EU DORA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Air-Gapped GPU / tenant / month • Sovereign defense, core ledger &amp; strict open-weight mandates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Logical Pool Is Insufficient Here</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OCC/FDIC banking, HIPAA, EU DORA, and defense contracts legally mandate physical project boundaries and customer-held KMS kill-switches.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Option B1: Vertex AI PT + VPC-SC + CMEK</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Zero GPU operational overhead with Gemini 2.5 Pro Provisioned Throughput locked inside the tenant VPC-SC perimeter and Cloud KMS key ring.</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Option B2: Air-Gapped Gemma 3 (27B) on GKE</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Executes 100% inside private GKE GPU subnets (0.0.0.0/0 egress blocked) with model weights mirrored in CMEK-encrypted Artifact Registry.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4. Unchanged 80% Reusable 5-Hop Core</a:t>
            </a:r>
            <a:endParaRPr lang="en-US" sz="82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Both Pattern B options run the identical core-cymbal-agent/ Python governance pipeline wrapped by the Terraform 3.6 Sovereign Shell.</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(L1 LOGICAL): Pattern B Sovereign Single-Tenant Project, VPC-SC &amp; CMEK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(Regulated Enterprise Caller) → Zone 2 (Zero-Egress Sovereign Security Gateway) → Zone 3 (Dedicated Sovereign Silo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REGULATED ENTERPRISE CALLER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(Dedicated Tenant Ingress)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Wealth AI</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OIDC)</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CISO</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CISO Admin</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(KMS Key Custodian)</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Auditor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OCC / GDPR Compliance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Verifier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Dedicated</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HTTPS VIP</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IAM PAB</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Boundary Check</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VPC SERVICE CONTROLS PERIMETER</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(restricted.googleapis.com)</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Zero-Egress Sovereign Security Gateway</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PAB</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IAM Principal Access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Boundary (PAB)</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VPC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VPC-SC Ingress/Egress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Deny Perimeter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KMS</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KMS CMEK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Liveness Gate (&lt;60s)</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Restricted VIP</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199.36.153.4/30</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Public</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Internet Egress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DEDICATED SOVEREIGN SILO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(cymbal-finvault-silo-prod)</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GKE</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GKE Inference (Gemma 3 27B) &amp; Dedicated Vertex</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MEM •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ADK • Agent</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Agent Engine &amp; Sovereign GCS Skills Bucket</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AlloyDB Primary + Tenant CMEK Kill-Switch</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Dedicated Project, VPC-SC, IAM PAB &amp; &lt;60s CMEK Kill-Switch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2.0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4-ZONE HUB-AND-SPOKE BOUNDARIES (VPC-SC PERIMETER)</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Multi-Project Sovereign Topology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Central mTLS Routing &amp; Governance 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Alpha</a:t>
            </a:r>
            <a:endParaRPr lang="en-US" sz="48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Beta</a:t>
            </a:r>
            <a:endParaRPr lang="en-US" sz="48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A Silo (FinVault Bank)</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finvault-silo-cmek</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B Silo (RetailStream Corp)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retailstream-silo-cmek</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mTLS &amp; SPIFFE Routing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Client certificate pinning (HTTP 401 on SAN mismatch)</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Cloud KMS CMEK &amp; Sovereign Security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mTLS SPIFFE Clients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&amp; RetailStream</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SNI Silo Routing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VPC-SC &amp; PAB Violation Feed</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Per-silo audit sink (CMEK state, VPC-SC denials)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 KeyRing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 (423 Lock)</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Workspace &amp; Jira (0 Egress)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pattern_b_silo_finvault_cmek_vault</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RetailStream Silo</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Entra SharePoint &amp; SNOW</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(medcore test)</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Sovereign Hub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Routes to Dedicated Silo</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FinVault Perimeter</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Gemma 3 (27B) GKE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vLLM + Dedicated PT</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 PCI Perimeter</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Provisioned Quota</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mTLS • SPIFFE Cert Pinning</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Edge Prompt &amp; DDoS Filter</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IAM PAB Verifier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HTTP 403 Cross-Project Block</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state &amp; VPC-SC</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audit monitoring</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Private GKE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Zero Egress</a:t>
            </a:r>
            <a:endParaRPr lang="en-US" sz="470" dirty="0"/>
          </a:p>
        </p:txBody>
      </p:sp>
      <p:sp>
        <p:nvSpPr>
          <p:cNvPr id="207" name="Shape 185"/>
          <p:cNvSpPr/>
          <p:nvPr/>
        </p:nvSpPr>
        <p:spPr>
          <a:xfrm>
            <a:off x="2691994" y="5468112"/>
            <a:ext cx="782726"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10282" y="5477256"/>
            <a:ext cx="74615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finvault-silo-cmek</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Ready</a:t>
            </a:r>
            <a:endParaRPr lang="en-US" sz="470" dirty="0"/>
          </a:p>
        </p:txBody>
      </p:sp>
      <p:sp>
        <p:nvSpPr>
          <p:cNvPr id="209" name="Shape 187"/>
          <p:cNvSpPr/>
          <p:nvPr/>
        </p:nvSpPr>
        <p:spPr>
          <a:xfrm>
            <a:off x="5168189" y="4833518"/>
            <a:ext cx="559613"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86477" y="4842662"/>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VPC-SC Bound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Secure RAG</a:t>
            </a:r>
            <a:endParaRPr lang="en-US" sz="470" dirty="0"/>
          </a:p>
        </p:txBody>
      </p:sp>
      <p:sp>
        <p:nvSpPr>
          <p:cNvPr id="211" name="Shape 189"/>
          <p:cNvSpPr/>
          <p:nvPr/>
        </p:nvSpPr>
        <p:spPr>
          <a:xfrm>
            <a:off x="5074920" y="5468112"/>
            <a:ext cx="747065"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093208" y="5477256"/>
            <a:ext cx="71048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Kill-Switch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Verified</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Sovereign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HTTP 423 Locked)</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to isolated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VPC-SC tenant project</a:t>
            </a:r>
            <a:endParaRPr lang="en-US" sz="470" dirty="0"/>
          </a:p>
        </p:txBody>
      </p:sp>
      <p:sp>
        <p:nvSpPr>
          <p:cNvPr id="219" name="Shape 197"/>
          <p:cNvSpPr/>
          <p:nvPr/>
        </p:nvSpPr>
        <p:spPr>
          <a:xfrm>
            <a:off x="2541118" y="2885846"/>
            <a:ext cx="522122"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59406" y="2894990"/>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Enforce org</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PAB policy</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Verify client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SPIFFE SAN</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Silo 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200 / 423</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Valid</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Purge L1</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Purges in-memory L1</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session cache &amp; halts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AlloyDB / Memory I/O</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Purge L1 &amp; Halt I/O</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(L4 WIRE): Pattern B Exfiltration &amp; Revoked CMEK Request vs. Fail-Closed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B on the wire: a cross-perimeter exfiltration attempt under a disabled customer key is denied by VPC Service Controls, rejected by IAM Principal Access Boundary, and locked by the &lt;60s CMEK liveness gate.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Cross-Perimeter &amp;</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Revoked Key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"egress": "gs://ext-bucket"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"kms_key_state"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"cryptoKeyVersion: DISABLED"</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"cross_project"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&lt;unauthorized principal&gt;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Cross-Perimeter Egress + Revoked Key • Denied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B Sovereign</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Silo Enforcer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VPC-SC Egress Deny Gate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IAM PAB Principal Check</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&lt;60s KMS CMEK Liveness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Fail-Closed Sovereign</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Audit Response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"vpc_sc": "403_PERIMETER_DENY",</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"cmek_gate": "423_KEY_LOCKED",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"l1_cache_purged": true,</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"kill_switch_sla_sec": 60,</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"leaked_bytes":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"audit": "scc_sovereign_log"</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HTTP 403 Perimeter + HTTP 423 Locked • 0 Bytes Leaked</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VPC-SC Egress Block + &lt;60s HTTP 423 CMEK Kill-Switch Guarantee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VPC-SC AIR-GAPPED INFERENCE &amp; CONTINUOUS KMS ATTESTATION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Zero-Egress Sovereign Inference &amp; Sub-60s Cloud KMS CMEK Liveness Loop</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&amp; PAB</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VPC-SC Perimeter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KMS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Private GKE Gemma 3</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 Vertex Silo</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CMEK AlloyDB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GCS</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Authenticates tenant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principal inside PAB</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Blocks cross-perimeter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egress (HTTP 403) or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revoked CMEK (HTTP 423)</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Routes over Restricted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VIP (199.36.153.4/30)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with zero internet egress</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Reads/writes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AlloyDB &amp; GCS skills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encrypted with CMEK</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Continuous &lt;60s Cloud KMS key</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liveness attestation loops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purge L1 cache immediately on revoke</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Pipeline  •  Restricted VIP Air-Gapped Inference + Continuous &lt;60s KMS CMEK Liveness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CONSOLE CAPTURE 01 • PATTERN B SOVEREIGN CMEK VAULT</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Dedicated sovereign dataset encrypted with customer-managed key finvault-silo-cmek</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Project: cymbal-build-sandbox (#887605034827) • Region: us-west1</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Dataset: cymbal_silo_finvault_usw1.pattern_b_silo_finvault_cmek_vault</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CMEK: finvault-silo-cmek (keyring cymbal-multi-tenant-kr)</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screenshots/cloud-console/gcp_console_04_bigquery_studio_pattern_b_cmek.png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CONSOLE CAPTURE 02 • CLOUD KMS KEYRING &amp; P-256 SIGNING</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Cloud KMS keyring verifying &lt;60s cryptographic kill-switch &amp; asymmetric ECDSA P-256 key</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Keys: finvault-silo-cmek • retailstream-silo-cmek • medcore-revoked-cmek</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Signing: adk-agent-signing-key (ECDSA P-256 asymmetric)</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Suite: run_silo_security_tests.py — 6/6 PASS, HTTP 423 on revoke</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screenshots/cloud-console/gcp_console_05_cloud_kms_keyring_live.png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DEDICATED PROJECT &amp; VPC-SC</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Cross-Perimeter Data Exfiltration</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VPC Service Controls perimeter around Vertex AI, AlloyDB, GCS &amp; KMS blocks external bucket egress (HTTP 403).</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&lt;60s CMEK KILL-SWITCH</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Immediate HTTP 423 Locked &amp; L1 Cache Purge</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Disabling finvault-silo-cmek immediately halts all agent memory and SQL reads inside the &lt;60s SLA (TEST 4A) and purges the L1 cache.</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ASYMMETRIC ECDSA P-256 A2A</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HSM-Signed Agent-to-Agent Handshakes</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Every inter-agent delegation inside the sovereign silo is cryptographically signed via Cloud KMS P-256.</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PRIVATE GKE GEMMA 3 (27B)</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Air-Gapped Open-Weights Inference Option</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Supports self-hosted Gemma 3 27B on Private GKE via Restricted VIP 199.36.153.4/30 with zero internet egress.</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 Pattern B — Zero-Trust Sovereign Silos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SOLUTION: PATTERN B SOVEREIGN PROJECT, KMS &amp; MODEL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B Zero-Trust Sovereign Silo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VPC</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Dedicated Project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&amp; Network Sovereignty</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Provision 1:1 dedicated GCP project (cymbal-{tenant}-silo-prod)</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VPC Service Controls perimeter around Vertex, KMS &amp; GCS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Bind IAM Principal Access Boundary (PAB) to block cross-project access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KMS</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Customer-Managed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Cryptography (CMEK)</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Encrypt AlloyDB, Memory Bank, Vertex &amp; GCS with tenant KMS key</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Sign A2A handshakes with asymmetric Cloud KMS ECDSA P-256 key</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Guarantee &lt;60s HTTP 423 kill-switch &amp; L1 cache purge on key revoke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GKE</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Air-Gapped Open</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Weights &amp; Auditability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self-hosted Gemma 3 (27B) on Private GKE (0 internet egress)</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Route all Google APIs exclusively via Restricted VIP 199.36.153.4/30</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Stream immutable Access Transparency &amp; KMS logs to tenant SIEM</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Operating Model  •  Project &amp; VPC-SC Sovereignty + Tenant CMEK + Air-Gapped Gemma 3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Sequenced engineering action items, runnable codebase file paths, assigned platform owners, and CI/CD release gates.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Deploy Pattern B When Contracts Mandate Physical Isolation or CMEK Kill-Switches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Satisfy banking, healthcare, and public-sector auditors with dedicated projects, VPC-SC, and customer-revocable keys.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GCP Project • VPC Service Controls • IAM PAB • Cloud KMS CMEK
</a:t>
            </a:r>
            <a:pPr indent="0" marL="0">
              <a:buNone/>
            </a:pPr>
            <a:r>
              <a:rPr lang="en-US" sz="730" dirty="0">
                <a:solidFill>
                  <a:srgbClr val="5F6368"/>
                </a:solidFill>
                <a:latin typeface="Roboto" pitchFamily="34" charset="0"/>
                <a:ea typeface="Roboto" pitchFamily="34" charset="-122"/>
                <a:cs typeface="Roboto" pitchFamily="34" charset="-120"/>
              </a:rPr>
              <a:t>Target &amp; SLA: Meets Strictest OCC, HIPAA, FedRAMP &amp; Sovereign Cloud Audit Requirements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Physical Sovereignty</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Reuse 80% of the Core Agent Codebase Across All Silos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Parameterize project IDs, KMS key URIs, and model endpoints via configuration so engineering maintains a single software release train.</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(Shared Python ADK 2.0) + 3.6-terraform-silo-blueprint
</a:t>
            </a:r>
            <a:pPr indent="0" marL="0">
              <a:buNone/>
            </a:pPr>
            <a:r>
              <a:rPr lang="en-US" sz="730" dirty="0">
                <a:solidFill>
                  <a:srgbClr val="5F6368"/>
                </a:solidFill>
                <a:latin typeface="Roboto" pitchFamily="34" charset="0"/>
                <a:ea typeface="Roboto" pitchFamily="34" charset="-122"/>
                <a:cs typeface="Roboto" pitchFamily="34" charset="-120"/>
              </a:rPr>
              <a:t>Target &amp; SLA: 80% Code Reuse Across Pooled &amp; Siloed Tiers • Zero Per-Tenant Code Forks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Operational Scale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Combine Identity (IAM PAB) and Network (VPC-SC) Perimeters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Pairing Principal Access Boundaries with VPC Service Controls prevents both credential reuse outside the silo and data exfiltration from inside.</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Principal Access Boundary + VPC-SC Restricted VIP
</a:t>
            </a:r>
            <a:pPr indent="0" marL="0">
              <a:buNone/>
            </a:pPr>
            <a:r>
              <a:rPr lang="en-US" sz="730" dirty="0">
                <a:solidFill>
                  <a:srgbClr val="5F6368"/>
                </a:solidFill>
                <a:latin typeface="Roboto" pitchFamily="34" charset="0"/>
                <a:ea typeface="Roboto" pitchFamily="34" charset="-122"/>
                <a:cs typeface="Roboto" pitchFamily="34" charset="-120"/>
              </a:rPr>
              <a:t>Target &amp; SLA: Blocks Both Inbound Credential Spoofing (401/403) &amp; Outbound Exfiltration (403)</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Perimeter Lock</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Bind Compute, Memory, and Storage to One Tenant CMEK Lever</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Validating Cloud KMS key state on every turn guarantees a deterministic sub-60-second HTTP 423 kill-switch across the entire stack.</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KMS CryptoKey Live Heartbeat (finvault-silo-cmek / medcore-revoked-cmek)
</a:t>
            </a:r>
            <a:pPr indent="0" marL="0">
              <a:buNone/>
            </a:pPr>
            <a:r>
              <a:rPr lang="en-US" sz="730" dirty="0">
                <a:solidFill>
                  <a:srgbClr val="5F6368"/>
                </a:solidFill>
                <a:latin typeface="Roboto" pitchFamily="34" charset="0"/>
                <a:ea typeface="Roboto" pitchFamily="34" charset="-122"/>
                <a:cs typeface="Roboto" pitchFamily="34" charset="-120"/>
              </a:rPr>
              <a:t>Target &amp; SLA: Sub-60-Second Fail-Closed HTTP 423 Halt Across Memory Bank, AlloyDB &amp; GKE</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60s CMEK Kill-Switch</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Certify Every Silo Before Go-Live with Automated Tests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run_silo_security_tests.py (6/6 PASS) during tenant onboarding to hand customer CISOs an auditable verification receipt.</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workstream-3-pattern-b-siloed/3.5-exfiltration-and-cmek-revocation-tests/
</a:t>
            </a:r>
            <a:pPr indent="0" marL="0">
              <a:buNone/>
            </a:pPr>
            <a:r>
              <a:rPr lang="en-US" sz="730" dirty="0">
                <a:solidFill>
                  <a:srgbClr val="5F6368"/>
                </a:solidFill>
                <a:latin typeface="Roboto" pitchFamily="34" charset="0"/>
                <a:ea typeface="Roboto" pitchFamily="34" charset="-122"/>
                <a:cs typeface="Roboto" pitchFamily="34" charset="-120"/>
              </a:rPr>
              <a:t>Target &amp; SLA: 6/6 Automated Security &amp; Revocation Assertions Verified Across FinVault &amp; RetailStream</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Day-1 CISO Receipt</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6-test sovereign silo suite (run_silo_security_tests.py), review the Terraform silo blueprint (3.6-terraform-silo-blueprint), and continue to Workstream 4 (Pattern C Dynamic Hybrid).</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B — Zero-Trust Sovereign Silos: Dedicated Projects, VPC-SC &amp; CMEK Kill-Switch (Workstream 3)</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2026-10-20T13:07:18Z</dcterms:created>
  <dcterms:modified xsi:type="dcterms:W3CDTF">2026-10-20T13:07:18Z</dcterms:modified>
</cp:coreProperties>
</file>