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Google Cloud Console proof from our sovereign sandbox environment. On the left, you can see the active Cloud KMS customer-managed keyring, CryptoKeyVersion state toggles, and Cloud Logging receipts; on the right, the telemetry cards confirm that all six sovereign perimeter and sub-sixty-second kill-switch tests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80% Reusable ADK Codebase, 20% Dedicated Cloud Perimeter: Pattern B deploys the exact same 5-hop Python ADK 2.0 runtime inside a dedicated per-tenant Google Cloud project (cymbal-finvault-silo-prod).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Hardware-Enforced Perimeter Walls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Sub-60-Second Customer CMEK Kill-Switch (HTTP 423 Locked): If a tenant Security Operations Center revokes or disables its Cloud KMS key, all Agent Engine memory, AlloyDB reads, and GKE inference halt immediately with HTTP 423.</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-&gt; L2 Figure 1 -&gt; L3 Kill-Switch -&gt;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2.0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2.0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(ramp-portal-dev);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B SOVEREIGN CMEK VAULT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 • Region: us-west1</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cymbal_silo_finvault_usw1.pattern_b_silo_finvault_cmek_vault</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CMEK: finvault-silo-cmek (keyring cymbal-multi-tenant-kr)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screenshots/cloud-console/gcp_console_04_bigquery_studio_pattern_b_cmek.png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CLOUD KMS KEYRING &amp; P-256 SIGNING</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KMS keyring verifying &lt;60s cryptographic kill-switch &amp; asymmetric ECDSA P-256 key</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Keys: finvault-silo-cmek • retailstream-silo-cmek • medcore-revoked-cmek</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Signing: adk-agent-signing-key (ECDSA P-256 asymmetric)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run_silo_security_tests.py — 6/6 PASS, HTTP 423 on revoke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screenshots/cloud-console/gcp_console_05_cloud_kms_keyring_live.png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PRIVATE GKE GEMMA 3 (27B)</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Open-Weights Inference Option</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Supports self-hosted Gemma 3 27B on Private GKE via Restricted VIP 199.36.153.4/30 with zero internet egress.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2.0)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2026-10-20T14:59:19Z</dcterms:created>
  <dcterms:modified xsi:type="dcterms:W3CDTF">2026-10-20T14:59:19Z</dcterms:modified>
</cp:coreProperties>
</file>