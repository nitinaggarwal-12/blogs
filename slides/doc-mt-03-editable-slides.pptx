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Regulated Banking, Healthcare &amp; Sovereign Cloud Workloads
• The Regulated CISO Threat Model: Tier-1 banks and healthcare systems must prove that even an application-layer software bug cannot expose their memory or database rows to another tenant.
• Four Non-Negotiable Sovereign Requirements: Zero physical blast radius, cryptographically enforced network non-exfiltration (VPC-SC), customer-controlled KMS kill-switches, and optional air-gapped open-weight models.
• Dual Sovereign Vault Verification: Pattern B provisions physically separate Google Cloud projects (`cymbal-finvault-silo-prod` and `cymbal-retailstream-silo-prod`) with zero shared databases or encryption keys.
• Preserve Pattern A for Commercial Tiers: Keep standard commercial customers on Pattern A ($42/mo) for 90% shared caching efficiency, and reserve Pattern B ($1,850/mo) for regulated enterprise contracts.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VPC-SC, IAM PAB, Cloud KMS CMEK &amp; Air-Gapped Gemma 3
• Wall 1 — mTLS &amp; IAM Principal Access Boundaries (PAB): Every request must present a pinned BeyondCorp client certificate (`cert_sha256`) and pass an IAM PAB rule binding the caller strictly to that tenant’s project.
• Wall 2 — VPC Service Controls (VPC-SC) Data Perimeter: Wraps Vertex AI, AlloyDB, Cloud Storage, GKE, and BigQuery inside a service perimeter that blocks unauthorized egress or cross-project copies (HTTP 403).
• Wall 3 — Ubiquitous Cloud KMS CMEK Binding: A single tenant-managed Cloud KMS key encrypts AlloyDB tables, Vertex AI Memory Bank state, GKE persistent disks, and BigQuery audit datasets.
• Flexible Sovereign Model Hosting: Tenants can run Gemini 2.5 Pro on Provisioned Throughput inside VPC-SC or deploy air-gapped Gemma 3 (27B) on a private GKE GPU node pool (`172.16.0.2/28`, zero public IPs).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WS3 • Pattern B Sovereign Single-Tenant Project, VPC-SC &amp; CMEK Silo: Workstream 3 Pattern B Sovereign Silos  •  Dedicated Project, VPC-SC, IAM PAB &amp; &lt;60s CMEK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WS3 • Pattern B Exfiltration &amp; Revoked CMEK Request vs. Fail-Closed Silo: Workstream 3 Pattern B Sovereign Silos  •  VPC-SC Egress Block + &lt;60s HTTP 423 CMEK Kill-Switch Guarantee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WS3 • ACT III: VPC-SC AIR-GAPPED INFERENCE &amp; CONTINUOUS KMS ATTESTATION: Workstream 3 Pattern B Pipeline  •  Restricted VIP Air-Gapped Inference + Continuous &lt;60s KMS CMEK Liveness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3 • Pattern B — Zero-Trust Sovereign Silos.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WS3 • ACT III: PATTERN B SOVEREIGN SILO PROVISIONING TIMELINE: Workstream 3 Pattern B Timeline  •  Dedicated Project &amp; PAB → VPC-SC &amp; CMEK → Private GKE &amp; &lt;60s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WS3 • ACT III: PATTERN B SOVEREIGN PROJECT, KMS &amp; MODEL GOVERNANCE: Workstream 3 Pattern B Operating Model  •  Project &amp; VPC-SC Sovereignty + Tenant CMEK + Air-Gapped Gemma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Deploy Pattern B When Contracts Mandate Physical Isolation or CMEK Kill-Switches: Satisfy banking, healthcare, and public-sector auditors with dedicated projects, VPC-SC, and customer-revocable keys.
• Reuse 80% of the Core Agent Codebase Across All Silos: Parameterize project IDs, KMS key URIs, and model endpoints via configuration so engineering maintains a single software release train.
• Combine Identity (IAM PAB) and Network (VPC-SC) Perimeters: Pairing Principal Access Boundaries with VPC Service Controls prevents both credential reuse outside the silo and data exfiltration from inside.
• Bind Compute, Memory, and Storage to One Tenant CMEK Lever: Validating Cloud KMS key state on every turn guarantees a deterministic sub-60-second HTTP 423 kill-switch across the entire stack.
• Certify Every Silo Before Go-Live with Automated Tests: Run `run_silo_security_tests.py` (`6/6 PASS`) during tenant onboarding to hand customer CISOs an auditable verification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Meeting Strict Regulatory Sovereignty Mandates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Banking (OCC/FFIEC), healthcare (HIPAA), and sovereign cloud auditors frequently mandate zero shared compute, zero shared storage, and customer-revocable encryption keys.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Reusable ADK Codebase, 20% Dedicated Cloud Perimeter: Pattern B deploys the exact same 5-hop Python ADK 2.0 runtime inside a dedicated per-tenant Google Cloud project (cymbal-finvault-silo-prod).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Hardware-Enforced Perimeter Walls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tenant vault is locked by mTLS + IAM Principal Access Boundaries (PAB), a VPC Service Controls (VPC-SC) perimeter, and dedicated Cloud KMS Customer-Managed Encryption Keys (CMEK).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Sub-60-Second Customer CMEK Kill-Switch (HTTP 423 Locked): If a tenant Security Operations Center revokes or disables its Cloud KMS key, all Agent Engine memory, AlloyDB reads, and GKE inference halt immediately with HTTP 423.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Rollout Roadmap, Day-2 RACI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Charts the 3-phase rollout timeline (Weeks 1–10), assigns Security/SRE/FinOps Day-2 RACI SLAs, and maps runnable deliverables across Workstreams 1–5.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$1,850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Monthly Sovereign Silo Footprint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GCP project per regulated enterprise tenant (cymbal-{tenant}-silo-prod) with zero shared runtime, memory, or database state.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• Dedicated GCP Project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Customer-Managed CMEK Revocation Kill-Switch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the tenant Cloud KMS cryptoKeyVersion halts AlloyDB and Memory Bank access with deterministic HTTP 423 Locked.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 • HTTP 423 Locked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6/6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Exfiltration &amp; CMEK Revocation Tests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Certifies VPC Service Controls ingress/egress blocks, IAM Principal Access Boundaries, and dual-tenant FinVault + RetailStream silos.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3.5 Silo Security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100%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Private GKE &amp; VPC-SC Isolation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open-weights Gemma 3 (27B) on private GKE GPU nodes (172.16.0.2/28) inside a restricted Google APIs VPC-SC perimeter.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+ Private GKE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Banking, Healthcare &amp; Sovereign Cloud Workloads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Regulated CISO Threat Model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Tier-1 banks and healthcare systems must prove that even an application-layer software bug cannot expose their memory or database rows to another tenant.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Physical Project Isolation • Dedicated VPC • Dedicated AlloyDB &amp; Memory Bank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Reduces Cross-Tenant Blast Radius to Absolute Zero at the Hypervisor/Project Layer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Physical Blast Radius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Four Non-Negotiable Sovereign Requirements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physical blast radius, cryptographically enforced network non-exfiltration (VPC-SC), customer-controlled KMS kill-switches, and optional air-gapped open-weight models.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VPC Service Controls (VPC-SC) • IAM PAB • Cloud KMS CMEK • Air-Gapped GKE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Hardware &amp; Control-Plane Enforcement Independent of Application Code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Sovereign Mandates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 Sovereign Vault Verification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provisions physically separate Google Cloud projects (cymbal-finvault-silo-prod and cymbal-retailstream-silo-prod) with zero shared databases or encryption keys.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cymbal-finvault-silo-prod (FinVault) • cymbal-retailstream-silo-prod (RetailStream)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Independent KMS Key Rings, Independent VPC-SC Perimeters &amp; Independent Audit Logs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Dual-Tenant Silo Parity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Preserve Pattern A for Commercial Tiers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standard commercial customers on Pattern A ($42/mo) for 90% shared caching efficiency, and reserve Pattern B ($1,850/mo) for regulated enterprise contracts.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Tiered SaaS Portfolio: Pattern A ($42/mo) + Pattern B ($1,850/mo)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Aligns Dedicated Infrastructure Spend Directly with Enterprise Contract ACV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Unit Economics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VPC-SC, IAM PAB, Cloud KMS CMEK &amp; Air-Gapped Gemma 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 — mTLS &amp; IAM Principal Access Boundaries (PAB)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must present a pinned BeyondCorp client certificate (cert_sha256) and pass an IAM PAB rule binding the caller strictly to that tenant’s project.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Enterprise mTLS + Google Cloud IAM Principal Access Boundary (PAB)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Neutralizes Stolen Credentials: Principals Cannot Authenticate Outside Their Silo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1: Identity &amp; mTLS Boundary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 — VPC Service Controls (VPC-SC) Data Perimeter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Wraps Vertex AI, AlloyDB, Cloud Storage, GKE, and BigQuery inside a service perimeter that blocks unauthorized egress or cross-project copies (HTTP 403).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Cloud Access Context Manager + VPC Service Controls (Restricted VIP)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All Data Exfiltration to External Projects or Unapproved Buckets (HTTP 403)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2: VPC-SC Data Perimeter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 — Ubiquitous Cloud KMS CMEK Binding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tenant-managed Cloud KMS key encrypts AlloyDB tables, Vertex AI Memory Bank state, GKE persistent disks, and BigQuery audit datasets.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(90-Day Auto-Rotation + Live Pre-Execution Heartbeat)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Cryptographic Lever Controlling Compute, Memory, Database &amp; Logs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3: Unified CMEK Control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Flexible Sovereign Model Hosting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Tenants can run Gemini 2.5 Pro on Provisioned Throughput inside VPC-SC or deploy air-gapped Gemma 3 (27B) on a private GKE GPU node pool (172.16.0.2/28, zero public IPs).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GKE Cluster (Gemma 3 27B IT on L4/A100 GPUs) + Vertex AI PT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Air-Gapped Model Weights &amp; Prompts Inside the Tenant’s Sovereign VPC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Model Inference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Side-by-Side Architectural Options, Selection Rules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Sovereign Single-Tenant Project, VPC-SC &amp; CMEK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ENTERPRISE CALLER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(Dedicated Tenant Ingress)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Wealth AI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(Google OIDC)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CISO Admin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(KMS Key Custodian)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Auditor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OCC / GDPR Compliance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Verifier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VIP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PAB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Boundary Check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PERIMETER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(restricted.googleapis.com)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Zero-Egress Sovereign Security Gateway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PAB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Principal Access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Boundary (PAB)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Ingress/Egress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Deny Perimeter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Gate (&lt;60s)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Restricted VIP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199.36.153.4/30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Public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Internet Egress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VPC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(cymbal-finvault-silo-prod)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Inference (Gemma 3 27B) &amp; Dedicated Vertex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• Agent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Agent Engine &amp; Sovereign GCS Skills Bucket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AlloyDB Primary + Tenant CMEK Kill-Switch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Dedicated Project, VPC-SC, IAM PAB &amp; &lt;60s CMEK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Gemini 2.5 Pro (Dedicated PT)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Dedicated PT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691994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10282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68189" y="4833518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86477" y="4842662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74920" y="5468112"/>
            <a:ext cx="74706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93208" y="5477256"/>
            <a:ext cx="71048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41118" y="2885846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59406" y="2894990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 → Emit KMS Audit Revocation Event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• Liveness Probe Failed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enters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hard cryptographic lock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within &lt;60 seconds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&lt;60s Cryptographic Kill-Switch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0 Cached Tokens Served Post-Revoke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Immutable SCC Compliance Log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423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Exfiltration &amp; Revoked CMEK Request vs. Fail-Closed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Cross-Perimeter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"egress": "gs://ext-bucket"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"kms_key_state"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"cryptoKeyVersion: DISABLED"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"cross_project"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&lt;unauthorized principal&gt;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Enforcer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Egress Deny Gate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PAB Principal Check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&lt;60s KMS CMEK Liveness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 Response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"vpc_sc": "403_PERIMETER_DENY",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"cmek_gate": "423_KEY_LOCKED",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"l1_cache_purged": true,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"propagation_sec": 18.4,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"leaked_bytes": 0,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"audit": "scc_sovereign_log"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VPC-SC Egress Block + &lt;60s HTTP 423 CMEK Kill-Switch Guarantee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III: VPC-SC AIR-GAPPED INFERENCE &amp; CONTINUOUS KMS ATTESTATION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Zero-Egress Sovereign Inference &amp; Sub-60s Cloud KMS CMEK Liveness Loop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PAB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Perimeter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KMS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Gemma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/ Vertex Silo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AlloyDB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GCS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Authenticates tenant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inside PAB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Blocks cross-perimeter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egress (HTTP 403) 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revoked CMEK (HTTP 423)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Routes over Restricted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VIP (199.36.153.4/30)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 zero internet egress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Reads/writes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&amp; GCS skills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encrypted with CMEK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Continuous &lt;60s Cloud KMS key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liveness attestation loops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cache immediately on revoke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Pipeline  •  Restricted VIP Air-Gapped Inference + Continuous &lt;60s KMS CMEK Liveness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VPC-SC Perimeter &amp; PAB (Tests 1–3)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cross-perimeter bucket exfiltration, unapproved internet egress, and cross-project principal impersonation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&lt;60s CMEK Kill-Switch (Tests 4A–4B)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AlloyDB and Memory Bank reads within 18.4s (&lt;60s SLA) with deterministic HTTP 423 Locked.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L1 In-Memory Cache Purge (Test 5)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revocation immediately invalidates active L1 session caches so zero cached tokens are served post-revocation.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Asymmetric P-256 A2A Signing (Test 6)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every intra-silo agent-to-agent delegation using Cloud KMS asymmetric ECDSA P-256 keys with immutable SCC audit logs.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B SOVEREIGN CMEK VAULT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dataset encrypted with customer-managed key finvault-silo-cmek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screenshots/cloud-console/gcp_console_04_bigquery_studio_pattern_b_cmek.png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KMS KEYRING &amp; P-256 SIGNING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keyring verifying &lt;60s cryptographic kill-switch &amp; asymmetric ECDSA P-256 key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screenshots/cloud-console/gcp_console_05_cloud_kms_keyring_live.png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DEDICATED PROJECT &amp; VPC-SC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Cross-Perimeter Data Exfiltration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Service Controls perimeter around Vertex AI, AlloyDB, GCS &amp; KMS blocks external bucket egress (HTTP 403).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&lt;60s CMEK KILL-SWITCH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Immediate HTTP 423 Locked &amp; L1 Cache Purge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 agent memory and SQL reads in 18.4s (&lt;60s SLA) and purges L1 cache.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ASYMMETRIC ECDSA P-256 A2A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HSM-Signed Agent-to-Agent Handshakes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inter-agent delegation inside the sovereign silo is cryptographically signed via Cloud KMS P-256.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PRIVATE GKE GEMMA 3 (27B)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Open-Weights Inference Option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self-hosted Gemma 3 27B on Private GKE via Restricted VIP 199.36.153.4/30 with zero internet egress.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III: PATTERN B SOVEREIGN SILO PROVISIONING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5-Day Automated Sovereign Single-Tenant Vault &amp; CMEK Kill-Switch Rollout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Project Silo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Project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IAM PAB Boundary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 1 Automated)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cymbal-{tenant}-silo-prod +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Access Boundary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Crypto &amp; Network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Perimeter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Cloud KMS CMEK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(Days 2–3)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Restricted VIP 199.36.153.4/30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Tenant-Controlled CMEK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Kill-Switch Gate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Gemma 3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&lt;60s Revocation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(Days 4–5)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6/6 Sovereign Silo &amp; &lt;60s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423 Kill-Switch PASS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Timeline  •  Dedicated Project &amp; PAB → VPC-SC &amp; CMEK → Private GKE &amp; &lt;60s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III: PATTERN B SOVEREIGN PROJECT, KMS &amp; MODEL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Zero-Trust Sovereign Silo Day-2 Operating Model &amp; SLA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Dedicated Project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Network Sovereignty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1:1 dedicated GCP project (cymbal-{tenant}-silo-prod)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VPC Service Controls perimeter around Vertex, KMS &amp; GCS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IAM Principal Access Boundary (PAB) to block cross-project access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Customer-Managed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Cryptography (CMEK)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 AlloyDB, Memory Bank, Vertex &amp; GCS with tenant KMS key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 A2A handshakes with asymmetric Cloud KMS ECDSA P-256 key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 &lt;60s HTTP 423 kill-switch &amp; L1 cache purge on key revoke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Air-Gapped Open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Weights &amp; Auditability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self-hosted Gemma 3 (27B) on Private GKE (0 internet egress)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all Google APIs exclusively via Restricted VIP 199.36.153.4/30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 immutable Access Transparency &amp; KMS logs to tenant SIEM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Operating Model  •  Project &amp; VPC-SC Sovereignty + Tenant CMEK + Air-Gapped Gemma 3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Deploy Pattern B When Contracts Mandate Physical Isolation or CMEK Kill-Switches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Satisfy banking, healthcare, and public-sector auditors with dedicated projects, VPC-SC, and customer-revocable keys.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GCP Project • VPC Service Controls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Meets Strictest OCC, HIPAA, FedRAMP &amp; Sovereign Cloud Audit Requirements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Physical Sovereignty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Reuse 80% of the Core Agent Codebase Across All Silos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Parameterize project IDs, KMS key URIs, and model endpoints via configuration so engineering maintains a single software release train.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(Shared Python ADK 2.0) + 3.6-terraform-silo-blueprint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Code Reuse Across Pooled &amp; Siloed Tiers • Zero Per-Tenant Code Forks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Operational Scale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Combine Identity (IAM PAB) and Network (VPC-SC) Perimeters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Pairing Principal Access Boundaries with VPC Service Controls prevents both credential reuse outside the silo and data exfiltration from inside.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mTLS + IAM Principal Access Boundary + VPC-SC Restricted VIP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Both Inbound Credential Spoofing (401/403) &amp; Outbound Exfiltration (403)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Perimeter Lock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Compute, Memory, and Storage to One Tenant CMEK Lever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Validating Cloud KMS key state on every turn guarantees a deterministic sub-60-second HTTP 423 kill-switch across the entire stack.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Live Heartbeat (finvault-silo-cmek / medcore-revoked-cmek)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Sub-60-Second Fail-Closed HTTP 423 Halt Across Memory Bank, AlloyDB &amp; GKE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60s CMEK Kill-Switch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Certify Every Silo Before Go-Live with Automated Tests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run_silo_security_tests.py (6/6 PASS) during tenant onboarding to hand customer CISOs an auditable verification receipt.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workstream-3-pattern-b-siloed/3.5-exfiltration-and-cmek-revocation-tests/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6/6 Automated Security &amp; Revocation Assertions Verified Across FinVault &amp; RetailStream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Day-1 CISO Receipt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6-test sovereign silo suite (run_silo_security_tests.py), review the Terraform silo blueprint (3.6-terraform-silo-blueprint), and continue to Workstream 4 (Pattern C Dynamic Hybrid).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B — Zero-Trust Sovereign Silos: Dedicated Projects, VPC-SC &amp; CMEK Kill-Switch (Workstream 3)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2026-10-19T06:58:28Z</dcterms:created>
  <dcterms:modified xsi:type="dcterms:W3CDTF">2026-10-19T06:58:28Z</dcterms:modified>
</cp:coreProperties>
</file>