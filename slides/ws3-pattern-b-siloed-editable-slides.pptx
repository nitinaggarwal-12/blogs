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Pattern B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Pattern B Zero-Trust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Pattern B Sovereign Project, Cryptographic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Claude 3.7 Sonnet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80" dirty="0"/>
          </a:p>
          <a:p>
            <a:pPr algn="ctr" indent="0" marL="0">
              <a:buNone/>
            </a:pPr>
            <a:r>
              <a:rPr lang="en-US" sz="118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31520" y="2267712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1520" y="5047488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44368" y="274320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944368" y="3383280"/>
            <a:ext cx="9692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6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42816" y="155448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42816" y="1536192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08576" y="1536192"/>
            <a:ext cx="2487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🏛️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56048" y="241401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🔒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56048" y="371246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6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🔑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56048" y="501091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60" dirty="0"/>
          </a:p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42048" y="29809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60" dirty="0"/>
          </a:p>
        </p:txBody>
      </p:sp>
      <p:sp>
        <p:nvSpPr>
          <p:cNvPr id="67" name="Text 65"/>
          <p:cNvSpPr/>
          <p:nvPr/>
        </p:nvSpPr>
        <p:spPr>
          <a:xfrm>
            <a:off x="7242048" y="3840480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84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60" dirty="0"/>
          </a:p>
          <a:p>
            <a:pPr algn="ctr" indent="0" marL="0">
              <a:buNone/>
            </a:pPr>
            <a:r>
              <a:rPr lang="en-US" sz="11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6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582912" y="1737360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582912" y="1737360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020" dirty="0"/>
          </a:p>
        </p:txBody>
      </p:sp>
      <p:sp>
        <p:nvSpPr>
          <p:cNvPr id="74" name="Text 72"/>
          <p:cNvSpPr/>
          <p:nvPr/>
        </p:nvSpPr>
        <p:spPr>
          <a:xfrm>
            <a:off x="8650224" y="2212848"/>
            <a:ext cx="26883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8741664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741664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🧠 Silo Memory</a:t>
            </a:r>
            <a:endParaRPr lang="en-US" sz="820" dirty="0"/>
          </a:p>
        </p:txBody>
      </p:sp>
      <p:sp>
        <p:nvSpPr>
          <p:cNvPr id="79" name="Shape 77"/>
          <p:cNvSpPr/>
          <p:nvPr/>
        </p:nvSpPr>
        <p:spPr>
          <a:xfrm>
            <a:off x="10076688" y="3108960"/>
            <a:ext cx="1170432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076688" y="3108960"/>
            <a:ext cx="11704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Private Agent</a:t>
            </a:r>
            <a:endParaRPr lang="en-US" sz="820" dirty="0"/>
          </a:p>
        </p:txBody>
      </p:sp>
      <p:sp>
        <p:nvSpPr>
          <p:cNvPr id="81" name="Text 79"/>
          <p:cNvSpPr/>
          <p:nvPr/>
        </p:nvSpPr>
        <p:spPr>
          <a:xfrm>
            <a:off x="8650224" y="3584448"/>
            <a:ext cx="26883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582912" y="462686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582912" y="4626864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🔐 CMEK</a:t>
            </a:r>
            <a:endParaRPr lang="en-US" sz="920" dirty="0"/>
          </a:p>
        </p:txBody>
      </p:sp>
      <p:sp>
        <p:nvSpPr>
          <p:cNvPr id="88" name="Text 86"/>
          <p:cNvSpPr/>
          <p:nvPr/>
        </p:nvSpPr>
        <p:spPr>
          <a:xfrm>
            <a:off x="8650224" y="5065776"/>
            <a:ext cx="268833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6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4956048" y="2359152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380" dirty="0"/>
          </a:p>
        </p:txBody>
      </p:sp>
      <p:sp>
        <p:nvSpPr>
          <p:cNvPr id="35" name="Text 33"/>
          <p:cNvSpPr/>
          <p:nvPr/>
        </p:nvSpPr>
        <p:spPr>
          <a:xfrm>
            <a:off x="4956048" y="3383280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4956048" y="440740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14816" y="2139696"/>
            <a:ext cx="2724912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"vpc_sc": "403_PERIMETER_DENY",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"cmek_gate": "423_KEY_LOCKED",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"l1_cache_purged": true,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"propagation_sec": 18.4,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"leaked_bytes": 0,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"audit": "scc_sovereign_log"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6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🗝️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🏛️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🧠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🗄️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556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8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298448" y="2267712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01568" y="2578608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3730752" y="3255264"/>
            <a:ext cx="1353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 KMS Audit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Revocation Event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55648"/>
            <a:ext cx="15361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860" dirty="0"/>
          </a:p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86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596128" y="3017520"/>
            <a:ext cx="13167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🔑 KMS Liveness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Probe Failed</a:t>
            </a:r>
            <a:endParaRPr lang="en-US" sz="84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7190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enters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 cryptographic lock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within &lt;60 seconds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479792" y="3639312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🔒 HTTP 423 Locked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60" dirty="0"/>
          </a:p>
        </p:txBody>
      </p:sp>
      <p:sp>
        <p:nvSpPr>
          <p:cNvPr id="69" name="Text 67"/>
          <p:cNvSpPr/>
          <p:nvPr/>
        </p:nvSpPr>
        <p:spPr>
          <a:xfrm>
            <a:off x="7296912" y="4352544"/>
            <a:ext cx="2231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&lt;60s Cryptographic Kill-Switch SLA ──┘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272784" y="4956048"/>
            <a:ext cx="841248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272784" y="4956048"/>
            <a:ext cx="841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5321808" y="5358384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669280" y="5358384"/>
            <a:ext cx="157276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4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607808" y="4901184"/>
            <a:ext cx="16093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4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10928" y="50109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0 Cached Tokens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Served Post-Revoke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9710928" y="5468112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Immutable SCC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Compliance Log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1173968" y="5468112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73968" y="5468112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and continuous CMEK liveness flow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505456" y="2176272"/>
            <a:ext cx="1243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487168" y="3840480"/>
            <a:ext cx="1280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43153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57616" y="1847088"/>
            <a:ext cx="16459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1993392" y="5138928"/>
            <a:ext cx="2304288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Trade-Off &amp; Security Verification Matrix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4-Stage Vault Provisioning, Terraform Blueprint &amp; Economics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Automated Silo Provisioner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Zero-Touch Onboarding Pipeline with Automated 6-Test Compliance Sign-Off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Silo Blueprint (3.6-terraform-silo-blueprint)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the complete sovereign stack—KMS key ring, VPC-SC service perimeter, isolated VPC (10.30.0.0/20), and private air-gapped GKE cluster.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 (main.tf, variables.tf)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Provisions KMS CMEK, Access Context Manager VPC-SC &amp; Private GKE Gemma 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Predictable Enterprise Unit Economics ($1,850/mo Floor)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AlloyDB + Private GKE GPU Pool (Optional Add-On) + Dedicated Quota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Baseline Infrastructure Cost • Zero Noisy-Neighbor Contention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Blending Pattern A and Pattern B into Pattern 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Next Workstream: Pattern C Dynamic Hybrid Router &amp;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Connects Central SaaS Hub to Sovereign Spokes via Unidirectional PSC Tunnels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  —  Dedicated sovereign dataset encrypted with customer-managed key finvault-silo-cmek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  —  Cloud KMS keyring verifying &lt;60s cryptographic kill-switch &amp; asymmetric ECDSA P-256 key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Zero-Trust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Sovereign Single-Tenant Vault Rollout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Project, Cryptographic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🏛️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🔑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B When Contracts Mandate Physical Isolation or CMEK Kill-Switches: 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2026-10-16T01:06:14Z</dcterms:created>
  <dcterms:modified xsi:type="dcterms:W3CDTF">2026-10-16T01:06:14Z</dcterms:modified>
</cp:coreProperties>
</file>