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Sovereign Silos: One Project, One Perimeter, One Key per Tenant
Reusing the 80% 5-Hop Cymbal core inside dedicated VPC-SC / PAB / CMEK tenant projects with air-gapped Gemma 3 on GKE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Regulated tenants (OCC/FDIC, DORA, HIPAA, public sector) often prohibit shared compute, shared databases, and platform-owned keys.
• Pattern B keeps core-cymbal-agent unchanged and adds a 20% delta: mTLS SPIFFE pinning, IAM PAB, VPC-SC perimeter, CMEK kill-switch, Gemma 3 on GKE.
• Each tenant gets a dedicated project: cymbal-finvault-silo-prod and cymbal-retailstream-silo-prod, each with its own agent-memory-cmek key.
• Revoking the tenant CMEK halts every agent turn at Hop 3 with HTTP 423 KMS_KEY_DISABLED; all 6 sovereign security tests pass.
• Trade-off: zero noisy neighbours and simple per-project quotas versus a higher per-tenant infrastructure floor and multi-project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Pooled Isolation Is Not Enough
• Auditors ask whether any other customer could ever touch your compute, storage, or key — not just whether data is logically separated.
• Four drivers: zero physical blast radius, customer-revocable encryption key, hard identity boundary, no multi-tenant model endpoints.
• FinVault Bank (Google OIDC, Workspace + Jira) and RetailStream Corp (Entra ID, SharePoint + ServiceNow) each receive a sovereign silo.
• Pattern A remains the right answer for Standard SaaS tiers thanks to ContextCacheConfig prefix caching (up to 90% COGS savings).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Sovereign Silo Model
• PatternBSiloedService wraps CymbalMultiTenantRuntime and checks mTLS SPIFFE, PAB, and VPC-SC egress before the 5-Hop pipeline runs.
• VPC-SC restricts aiplatform, discoveryengine, modelarmor, alloydb, storage, and bigquery APIs so valid credentials cannot exfiltrate.
• Dedicated CMEK AlloyDB, 5-Level Memory Bank, BigQuery audit, GKE disks, and runtime all depend on one tenant key: agent-memory-cmek.
• FinVault runs air-gapped gemma-3-27b-it-vllm on private GKE; RetailStream runs Gemini 2.5 Pro with dedicated Provisioned Throughput.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5-Hop Chain Inside a Silo
• Hop 1 strips forged X-Tenant-ID headers, verifies IdP JWT, performs RFC 8693 OBO + DPoP, and mints PATTERN_B_SILOED context.
• Hop 2 registry PDP and before_agent_callback pruning become defence-in-depth behind PAB and VPC-SC.
• Hop 3 resolves silo_cmek_key_uri; a disabled key returns DENY 423 KMS_KEY_DISABLED before any Memory Bank or model call.
• Hop 4 Model Armor and Hop 5 AlloyDB RLS + BigQuery OTel run unchanged, inside dedicated CMEK-encrypted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Verification: 6 Sovereign Security Tests
• TEST 1: spoofed SPIFFE cert at FinVault ingress → 401 MTLS_CERTIFICATE_MISMATCH.
• TEST 2: FinVault principal targets RetailStream project → 403 PAB_BOUNDARY_VIOLATION.
• TEST 3: export to external-attacker-exfil-proj → 403 VPC_SERVICE_CONTROLS_PERMISSION_DENIED.
• TEST 4A/4B/5: CMEK revoke → 423; restore → 200 with AirGapped-GKE-Gemma3-27B response prefix.
• TEST 6: RetailStream silo CMEK revoke/restore parity verified; suite reports 100%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Provisioning, Sign-Off &amp; Blueprint
• 3.2 runbook: create projects, enable 7 APIs, create finvault-kr/agent-memory-cmek (90-day rotation), bind finvault-sovereign-pab at org level.
• 3.4 sign-off: VPC-SC, PAB, CMEK kill-switch, and mTLS + air-gapped Gemma 3 all SIGNED OFF by GCP Security and GEAP Product Engineering.
• 3.6 Terraform blueprint provisions CMEK key, perimeter_&lt;tenant&gt;_sovereign, sovereign VPC, and &lt;tenant&gt;-airgapped-gemma3-gke per apply.
• 3.8 codelab (90 min, 5 modules) and 3.9 go/demos video script reuse the same verification 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Trade-Offs &amp; What Comes Next
• Pattern B is a different economic contract: dedicated quotas and zero noisy neighbours at a higher per-tenant floor.
• The GKE GPU floor dominates cost when air-gapped inference is mandated — offer it as an explicit option, not a default.
• Rehearse CMEK restoration with each customer SOC; revocation is immediate and total.
• Workstream 4 (Pattern C) blends pooled and sovereign tiers via Private Service Connect spokes and zero-downtime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 Perimeters, IAM PAB &amp; Cloud KMS CMEK Keys
• One org, two dedicated tenant projects — cymbal-finvault-silo-prod and cymbal-retailstream-silo-prod — created under ORG_ID and linked to one billing account.
• Bootstrap enables seven silo APIs per project: aiplatform, discoveryengine, modelarmor, container, cloudkms, alloydb and accesscontextmanager.
• Per-tenant Cloud KMS: key ring finvault-kr in us-central1 with crypto key agent-memory-cmek, purpose encryption, 90-day (7776000s) rotation.
• The Vertex AI service agent (service-&lt;PROJECT_NUMBER&gt;@gcp-sa-aiplatform) receives roles/cloudkms.cryptoKeyEncrypterDecrypter on the tenant key only.
• Org-level IAM Principal Access Boundary finvault-sovereign-pab restricts FinVault principals strictly to the FinVault silo project resource.
• Step 7 closes the loop: run_silo_security_tests.py replays perimeter exfiltration and CMEK revocation checks before the silo is declared live.
Editable source: diagrams/ws3-multi-project-silo-and-cmek-setup-topology.drawio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 Perimeters, IAM PAB &amp; Cloud KMS CMEK Keys
• One org, two dedicated tenant projects — cymbal-finvault-silo-prod and cymbal-retailstream-silo-prod — created under ORG_ID and linked to one billing account.
• Bootstrap enables seven silo APIs per project: aiplatform, discoveryengine, modelarmor, container, cloudkms, alloydb and accesscontextmanager.
• Per-tenant Cloud KMS: key ring finvault-kr in us-central1 with crypto key agent-memory-cmek, purpose encryption, 90-day (7776000s) rotation.
• The Vertex AI service agent (service-&lt;PROJECT_NUMBER&gt;@gcp-sa-aiplatform) receives roles/cloudkms.cryptoKeyEncrypterDecrypter on the tenant key only.
• Org-level IAM Principal Access Boundary finvault-sovereign-pab restricts FinVault principals strictly to the FinVault silo project resource.
• Step 7 closes the loop: run_silo_security_tests.py replays perimeter exfiltration and CMEK revocation checks before the silo is declared live.
Editable source: diagrams/ws3-multi-project-silo-and-cmek-setup-topology.drawio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B Provisioning Topology: Org → Per-Tenant Silo Projects, VPC-SC Perimeters, IAM PAB &amp; Cloud KMS CMEK Keys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Terraform Blueprint Resource Graph: Provider → Cloud KMS CMEK → VPC-SC Perimeter → Sovereign VPC → Private Air-Gapped GKE (Gemma 3)
• A single root module (Terraform &gt;= 1.5.0, hashicorp/google &gt;= 5.30.0) provisions one sovereign silo per tenant from five variables in terraform.tfvars.
• google_kms_key_ring.tenant_silo_keyring (${tenant_id}-sovereign-kr) and google_kms_crypto_key.tenant_agent_cmek (agent-memory-cmek, 90-day rotation) come first.
• google_access_context_manager_service_perimeter.tenant_sovereign_perimeter binds projects/${tenant_silo_project_number} and restricts eight APIs.
• Restricted services: aiplatform, discoveryengine, modelarmor, alloydb, bigquery, storage, cloudkms and container — no path out of the perimeter.
• google_compute_network.tenant_silo_vpc and tenant_silo_subnet (10.40.0.0/20, Private Google Access) host the private GKE Autopilot cluster.
• google_container_cluster.airgapped_gemma3_cluster uses private nodes/endpoint and database_encryption.key_name = the CMEK key, surfaced via two outputs.
Editable source: diagrams/ws3-terraform-silo-blueprint-resource-graph.drawio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Terraform Blueprint Resource Graph: Provider → Cloud KMS CMEK → VPC-SC Perimeter → Sovereign VPC → Private Air-Gapped GKE (Gemma 3)
• A single root module (Terraform &gt;= 1.5.0, hashicorp/google &gt;= 5.30.0) provisions one sovereign silo per tenant from five variables in terraform.tfvars.
• google_kms_key_ring.tenant_silo_keyring (${tenant_id}-sovereign-kr) and google_kms_crypto_key.tenant_agent_cmek (agent-memory-cmek, 90-day rotation) come first.
• google_access_context_manager_service_perimeter.tenant_sovereign_perimeter binds projects/${tenant_silo_project_number} and restricts eight APIs.
• Restricted services: aiplatform, discoveryengine, modelarmor, alloydb, bigquery, storage, cloudkms and container — no path out of the perimeter.
• google_compute_network.tenant_silo_vpc and tenant_silo_subnet (10.40.0.0/20, Private Google Access) host the private GKE Autopilot cluster.
• google_container_cluster.airgapped_gemma3_cluster uses private nodes/endpoint and database_encryption.key_name = the CMEK key, surfaced via two outputs.
Editable source: diagrams/ws3-terraform-silo-blueprint-resource-graph.drawio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Terraform Blueprint Resource Graph: Provider → Cloud KMS CMEK → VPC-SC Perimeter → Sovereign VPC → Private Air-Gapped GKE (Gemma 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Choose Pattern B only when a contract demands a dedicated blast radius, a customer-revocable key, or no multi-tenant model endpoints.
• Keep the governance code identical across patterns; pay for infrastructure, not for a second engineering team.
• PAB answers 'which projects may this principal ever reach?' — it blocks lateral movement even when another project's IAM is wrong.
• Make the tenant CMEK the single dependency for runtime, memory, data, and audit so one key disable is a complete kill-switch.
• Prove every control with the 6-test suite before onboarding, and keep the results visible on the architecture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run_silo_security_tests.py, apply the 3.6 Terraform silo blueprint for one tenant, and book the 90-minute Pattern B codelab with your security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pn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png"/><Relationship Id="rId17" Type="http://schemas.openxmlformats.org/officeDocument/2006/relationships/image" Target="../media/image-16-17.png"/><Relationship Id="rId18" Type="http://schemas.openxmlformats.org/officeDocument/2006/relationships/image" Target="../media/image-16-18.png"/><Relationship Id="rId19" Type="http://schemas.openxmlformats.org/officeDocument/2006/relationships/image" Target="../media/image-16-19.png"/><Relationship Id="rId20" Type="http://schemas.openxmlformats.org/officeDocument/2006/relationships/image" Target="../media/image-1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384048"/>
            <a:ext cx="6720840" cy="5074920"/>
          </a:xfrm>
          <a:prstGeom prst="roundRect">
            <a:avLst>
              <a:gd name="adj" fmla="val 1802"/>
            </a:avLst>
          </a:prstGeom>
          <a:solidFill>
            <a:srgbClr val="132238"/>
          </a:solidFill>
          <a:ln w="12700">
            <a:solidFill>
              <a:srgbClr val="2338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84048"/>
            <a:ext cx="109728" cy="50749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70591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91540" y="70591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005840" y="70591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20140" y="70591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62179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NEXT ’26  •  ENTERPRISE AGENTIC ARCHITECTURE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987552"/>
            <a:ext cx="6126480" cy="310896"/>
          </a:xfrm>
          <a:prstGeom prst="roundRect">
            <a:avLst>
              <a:gd name="adj" fmla="val 17647"/>
            </a:avLst>
          </a:prstGeom>
          <a:solidFill>
            <a:srgbClr val="172B4D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98755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F0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1426464"/>
            <a:ext cx="61722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— Sovereign Silos: One Project, One Perimeter, One Key per Tenant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3154680"/>
            <a:ext cx="6172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80% 5-Hop Cymbal core inside dedicated VPC-SC / PAB / CMEK tenant projects with air-gapped Gemma 3 on GKE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187952"/>
            <a:ext cx="195681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SaaS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Runtime + 90% Cache Save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843784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43784" y="4187952"/>
            <a:ext cx="195681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3" name="Text 21"/>
          <p:cNvSpPr/>
          <p:nvPr/>
        </p:nvSpPr>
        <p:spPr>
          <a:xfrm>
            <a:off x="2935224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35224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CMEK + Gemma 3 Air-Gap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4910328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0328" y="4187952"/>
            <a:ext cx="195681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7" name="Text 25"/>
          <p:cNvSpPr/>
          <p:nvPr/>
        </p:nvSpPr>
        <p:spPr>
          <a:xfrm>
            <a:off x="5001768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• Dynamic Hybrid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01768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Spokes + Live Tier Upgrade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"/>
            <a:ext cx="4370832" cy="507492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0920" y="384048"/>
            <a:ext cx="4370832" cy="38404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0" y="411480"/>
            <a:ext cx="4096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NATIVE EDITABLE ARCHITECTURE BLUEPRINT</a:t>
            </a:r>
            <a:endParaRPr lang="en-US" sz="85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5494" y="841248"/>
            <a:ext cx="3422599" cy="406908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7498080" y="4983480"/>
            <a:ext cx="409651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0" y="4983480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PromptCanvas Vision AST → Decomposed Native PPTX Shapes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5614416"/>
            <a:ext cx="82296" cy="93268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7" name="Text 34"/>
          <p:cNvSpPr/>
          <p:nvPr/>
        </p:nvSpPr>
        <p:spPr>
          <a:xfrm>
            <a:off x="621792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Editable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21792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PPTX &amp; Google Slides Shapes, Icons &amp; Connectors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3310128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310128" y="5614416"/>
            <a:ext cx="82296" cy="932688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1" name="Text 38"/>
          <p:cNvSpPr/>
          <p:nvPr/>
        </p:nvSpPr>
        <p:spPr>
          <a:xfrm>
            <a:off x="3474720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3474720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OBO+DPoP → Registry PDP → Sandbox → Model Armor → RLS</a:t>
            </a:r>
            <a:endParaRPr lang="en-US" sz="820" dirty="0"/>
          </a:p>
        </p:txBody>
      </p:sp>
      <p:sp>
        <p:nvSpPr>
          <p:cNvPr id="43" name="Shape 40"/>
          <p:cNvSpPr/>
          <p:nvPr/>
        </p:nvSpPr>
        <p:spPr>
          <a:xfrm>
            <a:off x="6163056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163056" y="5614416"/>
            <a:ext cx="82296" cy="932688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Text 42"/>
          <p:cNvSpPr/>
          <p:nvPr/>
        </p:nvSpPr>
        <p:spPr>
          <a:xfrm>
            <a:off x="6327648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PASS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27648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Deep Forensic Audit &amp; Schema Verification</a:t>
            </a:r>
            <a:endParaRPr lang="en-US" sz="820" dirty="0"/>
          </a:p>
        </p:txBody>
      </p:sp>
      <p:sp>
        <p:nvSpPr>
          <p:cNvPr id="47" name="Shape 44"/>
          <p:cNvSpPr/>
          <p:nvPr/>
        </p:nvSpPr>
        <p:spPr>
          <a:xfrm>
            <a:off x="9015984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015984" y="5614416"/>
            <a:ext cx="82296" cy="932688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9" name="Text 46"/>
          <p:cNvSpPr/>
          <p:nvPr/>
        </p:nvSpPr>
        <p:spPr>
          <a:xfrm>
            <a:off x="9180576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PASS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9180576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Breach Defense, Silo CMEK &amp; Zero-Downtime Upgrade Sims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tenants (OCC/FDIC, DORA, HIPAA, public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tenants (OCC/FDIC, DORA, HIPAA, public sector) often prohibit shared compute, shared databases, and platform-owned keys.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keeps core-cymbal-agent unchanged and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keeps core-cymbal-agent unchanged and adds a 20% delta: mTLS SPIFFE pinning, IAM PAB, VPC-SC perimeter, CMEK kill-switch, Gemma 3 on GKE.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  •  VPC-SC Perimeter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tenant gets a dedicated project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Cymbal-finvault-silo-prod and cymbal-retailstream-silo-prod, each with its own agent-memory-cmek key.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the tenant CMEK halts every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the tenant CMEK halts every agent turn at Hop 3 with HTTP 423 KMS_KEY_DISABLED; all 6 sovereign security tests pass.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noisy neighbours and simple per-project quotas versus a higher per-tenant infrastructure floor and multi-project operations.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• Multi-Tenant Agentic AI on Google Cloud • Gemini Enterprise Agent Platform (GEAP) &amp; ADK 2.0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Pooled Isolation Is Not Enough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Pooled Isolation Is Not Enough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Auditors ask whether any other customer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Auditors ask whether any other customer could ever touch your compute, storage, or key — not just whether data is logically separated.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drivers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physical blast radius, customer-revocable encryption key, hard identity boundary, no multi-tenant model endpoints.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(Google OIDC, Workspace +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(Google OIDC, Workspace + Jira) and RetailStream Corp (Entra ID, SharePoint + ServiceNow) each receive a sovereign silo.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remains the right answer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remains the right answer for Standard SaaS tiers thanks to ContextCacheConfig prefix caching (up to 90% COGS savings).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ContextCacheConfig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Sovereign Silo Model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Sovereign Silo Model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PatternBSiloedService wraps CymbalMultiTenantRuntime and checks mTLS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PatternBSiloedService wraps CymbalMultiTenantRuntime and checks mTLS SPIFFE, PAB, and VPC-SC egress before the 5-Hop pipeline runs.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 •  5-Hop Context Chain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restricts aiplatform, discoveryengine, modelarmor, alloydb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restricts aiplatform, discoveryengine, modelarmor, alloydb, storage, and bigquery APIs so valid credentials cannot exfiltrate.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 •  VPC-SC Perimeter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CMEK AlloyDB, 5-Level Memory Bank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CMEK AlloyDB, 5-Level Memory Bank, BigQuery audit, GKE disks, and runtime all depend on one tenant key: agent-memory-cmek.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runs air-gapped gemma-3-27b-it-vllm on private GKE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runs Gemini 2.5 Pro with dedicated Provisioned Throughput.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 Inside a Silo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 Inside a Silo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strips forged X-Tenant-ID headers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strips forged X-Tenant-ID headers, verifies IdP JWT, performs RFC 8693 OBO + DPoP, and mints PATTERN_B_SILOED context.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 •  RFC 9449 DPoP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 and before_agent_callback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 and before_agent_callback pruning become defence-in-depth behind PAB and VPC-SC.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resolves silo_cmek_key_uri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disabled key returns DENY 423 KMS_KEY_DISABLED before any Memory Bank or model call.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Model Armor and Hop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Model Armor and Hop 5 AlloyDB RLS + BigQuery OTel run unchanged, inside dedicated CMEK-encrypted resources.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 •  AlloyDB RLS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6 Sovereign Security Tests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6 Sovereign Security Tests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Spoofed SPIFFE cert at FinVault ingress → 401 MTLS_CERTIFICATE_MISMATCH.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principal targets RetailStream project → 403 PAB_BOUNDARY_VIOLATION.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to external-attacker-exfil-proj → 403 VPC_SERVICE_CONTROLS_PERMISSION_DENIED.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4A/4B/5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revoke → 423; restore → 200 with AirGapped-GKE-Gemma3-27B response prefix.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6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silo CMEK revoke/restore parity verified; suite reports 100% VERIFIED.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Provisioning, Sign-Off &amp; Blueprint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Provisioning, Sign-Off &amp; Blueprint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runbook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projects, enable 7 APIs, create finvault-kr/agent-memory-cmek (90-day rotation), bind finvault-sovereign-pab at org level.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sign-off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VPC-SC, PAB, CMEK kill-switch, and mTLS + air-gapped Gemma 3 all SIGNED OFF by GCP Security and GEAP Product Engineering.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 •  GEAP Registry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Terraform blueprint provisions CMEK key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Terraform blueprint provisions CMEK key, perimeter_&lt;tenant&gt;_sovereign, sovereign VPC, and &lt;tenant&gt;-airgapped-gemma3-gke per apply.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 codelab (90 min, 5 modules)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 codelab (90 min, 5 modules) and 3.9 go/demos video script reuse the same verification gates.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&amp; What Comes Next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&amp; What Comes Next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is a different economic contract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quotas and zero noisy neighbours at a higher per-tenant floor.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GKE GPU floor dominates cost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GKE GPU floor dominates cost when air-gapped inference is mandated — offer it as an explicit option, not a default.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Rehearse CMEK restoration with each customer SOC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Revocation is immediate and total.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(Pattern C) blends pooled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(Pattern C) blends pooled and sovereign tiers via Private Service Connect spokes and zero-downtime tier migration.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B: Zero-Trust Sovereign Silos (VPC-SC, IAM PAB, CMEK &amp; Air-Gapped Gemma 3 on GKE)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badges 1→7: mTLS Request enters from the SPIFFE clients; Silo Response or HTTP 423 Locked returns on the same trunk.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SPIFFE pinning, Model Armor edge filter, IAM PAB Verifier, External ALB, Sovereign Hub Router.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Security Command Center, Cloud KMS / EKM Key, and the Silo Security Suite 6/6 Sovereign Tests PASS card.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line 'CMEK state &amp; VPC-SC audit monitoring' feeds both silos — the signal Hop 3 uses to refuse work instantly.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Perimeter Alpha / cymbal-finvault-silo-prod with Gemma 3 (27B) GKE air-gapped inference and Private GKE Zero Egress.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Perimeter Beta / cymbal-retailstream-silo-prod with Gemini 2.5 Pro PT and Local Silo MCP Entra SharePoint &amp; SNOW.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B: Zero-Trust Sovereign Silos (VPC-SC, IAM PAB, CMEK &amp; Air-Gapped Gemma 3 on GKE)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(80% Core 5-Hop Pipeline + 20% Sovereign VPC-SC / PAB / CMEK Delta)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 • Project: cymbal-finvault-silo-prod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 • Project: cymbal-retailstream-silo-prod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Template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Template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mTLS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X.509 SPIFFE Cert Pinning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B: Zero-Trust Sovereign Silos (VPC-SC, IAM PAB, CMEK &amp; Air-Gapped Gemma 3 on GKE)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badges 1→7: mTLS Request enters from the SPIFFE clients; Silo Response or HTTP 423 Locked returns on the same trunk.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SPIFFE pinning, Model Armor edge filter, IAM PAB Verifier, External ALB, Sovereign Hub Router.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Security Command Center, Cloud KMS / EKM Key, and the Silo Security Suite 6/6 Sovereign Tests PASS card.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line 'CMEK state &amp; VPC-SC audit monitoring' feeds both silos — the signal Hop 3 uses to refuse work instantly.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Perimeter Alpha / cymbal-finvault-silo-prod with Gemma 3 (27B) GKE air-gapped inference and Private GKE Zero Egress.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Perimeter Beta / cymbal-retailstream-silo-prod with Gemini 2.5 Pro PT and Local Silo MCP Entra SharePoint &amp; SNOW.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diagrams/ws3-pattern-b-sovereign-silos-architecture.drawio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VIS-WS3-PATTERN-B-SOVEREIGN-SILOS-ARCHITECTURE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Multi-Project Sovereign Topology (80% Core 5-Hop Pipeline + 20% Sove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Routing &amp; Governance Hub VPC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Alpha • Project: cymbal-finvault-silo-prod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Beta • Project: cymbal-retailstream-silo-prod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Silo (FinVault Bank)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finvault-kr/agent-memory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Silo (RetailStream)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retailstream-kr/memory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&amp; SPIFFE Routing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certificate pinning (HTTP 401 on SAN mismatch)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CMEK &amp; Sovereign Security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mTLS SPIFFE Clients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&amp; RetailStream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SNI Silo Routing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&amp; PAB Violation Feed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Silo Security Suite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6/6 Sovereign Tests PASS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/ EKM Key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Kill-Switch (HTTP 423)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CMEK Datastore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AlloyDB &amp; 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diagrams/ws3-pattern-b-sovereign-silos-architecture.drawio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Provisioning Topology: Org → Per-Tenant Silo Projects, VPC-SC Perimeters, IAM PAB &amp; Cloud KMS CMEK Keys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org, two dedicated tenant projects — cymbal-finvault-silo-prod and cymbal-retailstream-silo-prod — created under ORG_ID and linked to one billing account.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enables seven silo APIs per project: aiplatform, discoveryengine, modelarmor, container, cloudkms, alloydb and accesscontextmanager.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Cloud KMS: key ring finvault-kr in us-central1 with crypto key agent-memory-cmek, purpose encryption, 90-day (7776000s) rotation.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Vertex AI service agent (service-&lt;PROJECT_NUMBER&gt;@gcp-sa-aiplatform) receives roles/cloudkms.cryptoKeyEncrypterDecrypter on the tenant key only.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IAM Principal Access Boundary finvault-sovereign-pab restricts FinVault principals strictly to the FinVault silo project resource.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run_silo_security_tests.py replays perimeter exfiltration and CMEK revocation checks before the silo is declared live.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2: Pattern B Provisioning Topology: Org → Per-Tenant Silo Projects, VPC-SC Perimeters, IAM PAB &amp; Cloud KMS CMEK Keys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Organization 123456789012 • Multi-Project Sovereign Silo Topology (One Project, Perimeter, Key Ring &amp; PAB Policy per Tenant)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 &amp; Org-Level Governance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 • Project: cymbal-finvault-silo-prod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 • Project: cymbal-retailstream-silo-prod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Silo Setup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Ring finvault-kr • agent-memory-cmek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Silo Setup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loop • Dedicated key ring &amp; CMEK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create → billing link → services enable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PAB, KMS &amp; Security Governance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/ FDE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+ ORG_ID + BILLING_ACCOUNT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&amp; Env Variables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REGION=us-central1</a:t>
            </a:r>
            <a:endParaRPr lang="en-US" sz="49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Policy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finvault-sovereign-pab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IAM Binding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cryptoKeyEncrypterDecrypter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Context Mgr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Policy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GEAP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SA key binding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GEAP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SA key binding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finvault-kr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us-central1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(Tenant B)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us-central1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Tests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run_silo_security_tests.py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projects create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--organization=ORG_ID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Link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BILLING_ACCOUNT per silo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7 Silo APIs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aiplatform…accesscontext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PAB, perimeter &amp; KMS IAM bindings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project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proj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Exfil &amp; CMEK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revocation tests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CMEK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key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project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49854"/>
            <a:ext cx="67391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KMS, GKE, AlloyDB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key ring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CMEK key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silo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billing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tests PASS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ready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Provisioning Topology: Org → Per-Tenant Silo Projects, VPC-SC Perimeters, IAM PAB &amp; Cloud KMS CMEK Keys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org, two dedicated tenant projects — cymbal-finvault-silo-prod and cymbal-retailstream-silo-prod — created under ORG_ID and linked to one billing account.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enables seven silo APIs per project: aiplatform, discoveryengine, modelarmor, container, cloudkms, alloydb and accesscontextmanager.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Cloud KMS: key ring finvault-kr in us-central1 with crypto key agent-memory-cmek, purpose encryption, 90-day (7776000s) rotation.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Vertex AI service agent (service-&lt;PROJECT_NUMBER&gt;@gcp-sa-aiplatform) receives roles/cloudkms.cryptoKeyEncrypterDecrypter on the tenant key only.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IAM Principal Access Boundary finvault-sovereign-pab restricts FinVault principals strictly to the FinVault silo project resource.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run_silo_security_tests.py replays perimeter exfiltration and CMEK revocation checks before the silo is declared live.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diagrams/ws3-multi-project-silo-and-cmek-setup-topology.drawio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VIS-WS3-MULTI-PROJECT-SILO-AND-CMEK-SETUP-TOPOLOGY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Organization 123456789012 • Multi-Project Sovereign Sil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 Project Bootstrap &amp; Org-Level Governance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+ PAB • Project: cymbal-finvault-silo-prod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+ PAB • Project: cymbal-retailstream-silo-prod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Silo Setup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Ring finvault-kr • agent-memory-cmek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Silo Setup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loop • Dedicated key ring &amp; 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 Project Bootstrap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 create → billing link → services enable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Org-Level PAB, KMS &amp; Security Governance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/ FDE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gcloud + ORG_ID + BILLING_ACCOUNT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 &amp; Env Variables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REGION=us-central1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PAB Policy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finvault-sovereign-pab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Key IAM Binding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cryptoKeyEncrypterDecrypter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Context Mgr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Policy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CMEK AlloyDB &amp; GEAP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SA key binding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Component Specification Table  •  Source: diagrams/ws3-multi-project-silo-and-cmek-setup-topology.drawio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507" y="694944"/>
            <a:ext cx="5435194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Blueprint Resource Graph: Provider → Cloud KMS CMEK → VPC-SC Perimeter → Sovereign VPC → Private Air-Gapped GKE (Gemma 3)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(Terraform &gt;= 1.5.0, hashicorp/google &gt;= 5.30.0) provisions one sovereign silo per tenant from five variables in terraform.tfvars.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google_kms_key_ring.tenant_silo_keyring (${tenant_id}-sovereign-kr) and google_kms_crypto_key.tenant_agent_cmek (agent-memory-cmek, 90-day rotation) come first.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 binds projects/${tenant_silo_project_number} and restricts eight APIs.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services: aiplatform, discoveryengine, modelarmor, alloydb, bigquery, storage, cloudkms and container — no path out of the perimeter.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google_compute_network.tenant_silo_vpc and tenant_silo_subnet (10.40.0.0/20, Private Google Access) host the private GKE Autopilot cluster.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google_container_cluster.airgapped_gemma3_cluster uses private nodes/endpoint and database_encryption.key_name = the CMEK key, surfaced via two outputs.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3: Terraform Blueprint Resource Graph: Provider → Cloud KMS CMEK → VPC-SC Perimeter → Sovereign VPC → Private Air-Gapped GKE (Gemma 3)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• Pattern B Sovereign Silo (One Workspace per Tenant: tenant_id, tenant_silo_project_id, access_context_policy_id)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• project = var.tenant_silo_project_id • region = var.region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 / subnetwork / google_container_cluster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Resources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perimeter_${tenant_id}_sovereign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VPC &amp; Private GKE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${tenant_id}-airgapped-gemma3-gke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&amp; Input Variables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terraform.tfvars.example → variables.tf → provider "google"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 google_kms_crypto_key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 → plan → apply (&gt;= 1.5.0)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&gt;= 5.30.0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us-central1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tenant_silo_keyring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${tenant_id}-sovereign-kr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ENCRYPT_DECRYPT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rotation_period 7776000s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tenant_agent_cmek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 90d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bigquery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database_encryption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= CMEK id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modelarmor &amp; kms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 Autopilot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nodes + endpoint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container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tenant_silo_subnet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10.40.0.0/20 PGA on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cmek_key_id • perimeter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Perimeter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accessPolicies/${policy}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 &amp; GEAP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discoveryengine restricted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tenant_silo_vpc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auto_create_subnets=false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 IT)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air-gapped serving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var.tenant_id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"finvault"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tenant_silo_project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cymbal-finvault-silo-prod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access_context_policy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998877665544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feeds GKE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encryption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parent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ID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egress for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restricted APIs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CIDR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172.16.0.0/28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CMEK key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CMEK key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&amp; perimeter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status.resources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projects/${number}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dependency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(KMS first)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policy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project num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8 APIs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prefix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resources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716682"/>
            <a:ext cx="50932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ID &amp; number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emitted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written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 resolved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Blueprint Resource Graph: Provider → Cloud KMS CMEK → VPC-SC Perimeter → Sovereign VPC → Private Air-Gapped GKE (Gemma 3)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(Terraform &gt;= 1.5.0, hashicorp/google &gt;= 5.30.0) provisions one sovereign silo per tenant from five variables in terraform.tfvars.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google_kms_key_ring.tenant_silo_keyring (${tenant_id}-sovereign-kr) and google_kms_crypto_key.tenant_agent_cmek (agent-memory-cmek, 90-day rotation) come first.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 binds projects/${tenant_silo_project_number} and restricts eight APIs.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services: aiplatform, discoveryengine, modelarmor, alloydb, bigquery, storage, cloudkms and container — no path out of the perimeter.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google_compute_network.tenant_silo_vpc and tenant_silo_subnet (10.40.0.0/20, Private Google Access) host the private GKE Autopilot cluster.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google_container_cluster.airgapped_gemma3_cluster uses private nodes/endpoint and database_encryption.key_name = the CMEK key, surfaced via two outputs.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diagrams/ws3-terraform-silo-blueprint-resource-graph.drawio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VIS-WS3-TERRAFORM-SILO-BLUEPRINT-RESOURCE-GRAPH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 • Pattern B Sovereign Silo (One Workspace per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• project = var.tenant_silo_project_id • region =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google_access_context_manager_service_perimeter.tenant_sovereign_per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google_compute_network / subnetwork / google_container_cluster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Resources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perimeter_${tenant_id}_sovereign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VPC &amp; Private GKE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${tenant_id}-airgapped-gemma3-gke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&amp; Input Variables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terraform.tfvars.example → variables.tf → provider "google"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google_kms_key_ring &amp; google_kms_crypto_key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 → plan → apply (&gt;= 1.5.0)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&gt;= 5.30.0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 us-central1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tenant_silo_keyring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${tenant_id}-sovereign-kr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ENCRYPT_DECRYPT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rotation_period 7776000s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tenant_agent_cmek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agent-memory-cmek 90d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alloydb &amp; bigquery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restricted_services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Component Specification Table  •  Source: diagrams/ws3-terraform-silo-blueprint-resource-graph.drawio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Pattern B only when 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Pattern B only when a contract demands a dedicated blast radius, a customer-revocable key, or no multi-tenant model endpoints.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governance code identical across patterns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for infrastructure, not for a second engineering team.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answers 'which projects may this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answers 'which projects may this principal ever reach?' — it blocks lateral movement even when another project's IAM is wrong.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tenant CMEK the single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tenant CMEK the single dependency for runtime, memory, data, and audit so one key disable is a complete kill-switch.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control with the 6-test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control with the 6-test suite before onboarding, and keep the results visible on the architecture diagram.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run_silo_security_tests.py, apply the 3.6 Terraform silo blueprint for one tenant, and book the 90-minute Pattern B codelab with your security team.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Assets, Editable Diagrams &amp; Source Lineage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DELIVERABLES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60350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713232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Architecture Blueprints, Source Blogs &amp; Executable Code Artifacts</a:t>
            </a:r>
            <a:endParaRPr lang="en-US" sz="16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1146017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560320"/>
                <a:gridCol w="2560320"/>
                <a:gridCol w="24076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 ID &amp; Title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High-Res PNG Blueprint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PromptCanvas Vision 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3.1 • PATTERN B BLUEPRINT — Pattern B: Zero-Trust Sovereign Silos (VPC-SC, IAM PAB, CMEK Kill-Switch &amp; Air-Gapped Gemma 3 on GKE)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diagrams/vision_metadata/ws3-pattern-b-sovereign-silos-architecture.vision.json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3.2 • MULTI-PROJECT SILO &amp; CMEK SETUP — Pattern B Provisioning Topology: Org → Per-Tenant Silo Projects, VPC-SC Perimeters, IAM PAB &amp; Cloud KMS CMEK Keys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diagrams/ws3-multi-project-silo-and-cmek-setup-topology.drawio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diagrams/ws3-multi-project-silo-and-cmek-setup-topology.drawio.png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diagrams/vision_metadata/ws3-multi-project-silo-and-cmek-setup-topology.vision.json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3.6 • TERRAFORM SILO BLUEPRINT RESOURCE GRAPH — Terraform Blueprint Resource Graph: Provider → Cloud KMS CMEK → VPC-SC Perimeter → Sovereign VPC → Private Air-Gapped GKE (Gemma 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diagrams/ws3-terraform-silo-blueprint-resource-graph.drawio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diagrams/ws3-terraform-silo-blueprint-resource-graph.drawio.png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diagrams/vision_metadata/ws3-terraform-silo-blueprint-resource-graph.vision.json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489204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Explanatory &amp; Flagship Blogs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Blog: blogs/ws3-pattern-b-sovereign-silos.md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Spec: blogs/ws3-pattern-b-sovereign-silos.deck.json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246474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46474" y="4892040"/>
            <a:ext cx="369783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7" name="Text 24"/>
          <p:cNvSpPr/>
          <p:nvPr/>
        </p:nvSpPr>
        <p:spPr>
          <a:xfrm>
            <a:off x="4383634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Workstream Source Deliverables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383634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workstream-3-pattern-b-siloed/3.1-case-study-and-solution-architecture.md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workstream-3-pattern-b-siloed/3.5-exfiltration-and-cmek-revocation-tests/run_silo_security_tests.py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workstream-3-pattern-b-siloed/3.7-blog-sovereign-silos.md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128102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28102" y="4892040"/>
            <a:ext cx="369783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1" name="Text 28"/>
          <p:cNvSpPr/>
          <p:nvPr/>
        </p:nvSpPr>
        <p:spPr>
          <a:xfrm>
            <a:off x="8265262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Reference Architecture &amp; Repo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5262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https://docs.cloud.google.com/architecture/multi-tenant-agentic-ai-system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run_silo_security_tests.py, apply the 3.6 Terraform silo blueprint for one tenant, and book the 90-minute Pattern B codelab with your security team.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Sovereign Silos: One Project, One Perimeter, One Key per Tenant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2026-10-13T05:06:09Z</dcterms:created>
  <dcterms:modified xsi:type="dcterms:W3CDTF">2026-10-13T05:06:09Z</dcterms:modified>
</cp:coreProperties>
</file>