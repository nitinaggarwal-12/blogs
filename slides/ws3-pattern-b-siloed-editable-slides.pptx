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Sovereign Silos: One Project, One Perimeter, One Key per Tenant
Reusing the 80% 5-Hop Cymbal core inside dedicated VPC-SC / PAB / CMEK tenant projects with air-gapped Gemma 3 on GKE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Regulated tenants (OCC/FDIC, DORA, HIPAA, public sector) often prohibit shared compute, shared databases, and platform-owned keys.
• Pattern B keeps core-cymbal-agent unchanged and adds a 20% delta: mTLS SPIFFE pinning, IAM PAB, VPC-SC perimeter, CMEK kill-switch, Gemma 3 on GKE.
• Each tenant gets a dedicated project: cymbal-finvault-silo-prod and cymbal-retailstream-silo-prod, each with its own agent-memory-cmek key.
• Revoking the tenant CMEK halts every agent turn at Hop 3 with HTTP 423 KMS_KEY_DISABLED; all 6 sovereign security tests pass.
• Trade-off: zero noisy neighbours and simple per-project quotas versus a higher per-tenant infrastructure floor and multi-project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Pooled Isolation Is Not Enough
• Auditors ask whether any other customer could ever touch your compute, storage, or key — not just whether data is logically separated.
• Four drivers: zero physical blast radius, customer-revocable encryption key, hard identity boundary, no multi-tenant model endpoints.
• FinVault Bank (Google OIDC, Workspace + Jira) and RetailStream Corp (Entra ID, SharePoint + ServiceNow) each receive a sovereign silo.
• Pattern A remains the right answer for Standard SaaS tiers thanks to ContextCacheConfig prefix caching (up to 90% COGS savings).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Sovereign Silo Model
• PatternBSiloedService wraps CymbalMultiTenantRuntime and checks mTLS SPIFFE, PAB, and VPC-SC egress before the 5-Hop pipeline runs.
• VPC-SC restricts aiplatform, discoveryengine, modelarmor, alloydb, storage, and bigquery APIs so valid credentials cannot exfiltrate.
• Dedicated CMEK AlloyDB, 5-Level Memory Bank, BigQuery audit, GKE disks, and runtime all depend on one tenant key: agent-memory-cmek.
• FinVault runs air-gapped gemma-3-27b-it-vllm on private GKE; RetailStream runs Gemini 2.5 Pro with dedicated Provisioned Throughput.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5-Hop Chain Inside a Silo
• Hop 1 strips forged X-Tenant-ID headers, verifies IdP JWT, performs RFC 8693 OBO + DPoP, and mints PATTERN_B_SILOED context.
• Hop 2 registry PDP and before_agent_callback pruning become defence-in-depth behind PAB and VPC-SC.
• Hop 3 resolves silo_cmek_key_uri; a disabled key returns DENY 423 KMS_KEY_DISABLED before any Memory Bank or model call.
• Hop 4 Model Armor and Hop 5 AlloyDB RLS + BigQuery OTel run unchanged, inside dedicated CMEK-encrypted resources.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Verification: 6 Sovereign Security Tests
• TEST 1: spoofed SPIFFE cert at FinVault ingress → 401 MTLS_CERTIFICATE_MISMATCH.
• TEST 2: FinVault principal targets RetailStream project → 403 PAB_BOUNDARY_VIOLATION.
• TEST 3: export to external-attacker-exfil-proj → 403 VPC_SERVICE_CONTROLS_PERMISSION_DENIED.
• TEST 4A/4B/5: CMEK revoke → 423; restore → 200 with AirGapped-GKE-Gemma3-27B response prefix.
• TEST 6: RetailStream silo CMEK revoke/restore parity verified; suite reports 100% VERIFIED.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Provisioning, Sign-Off &amp; Blueprint
• 3.2 runbook: create projects, enable 7 APIs, create finvault-kr/agent-memory-cmek (90-day rotation), bind finvault-sovereign-pab at org level.
• 3.4 sign-off: VPC-SC, PAB, CMEK kill-switch, and mTLS + air-gapped Gemma 3 all SIGNED OFF by GCP Security and GEAP Product Engineering.
• 3.6 Terraform blueprint provisions CMEK key, perimeter_&lt;tenant&gt;_sovereign, sovereign VPC, and &lt;tenant&gt;-airgapped-gemma3-gke per apply.
• 3.8 codelab (90 min, 5 modules) and 3.9 go/demos video script reuse the same verification gates.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Trade-Offs &amp; What Comes Next
• Pattern B is a different economic contract: dedicated quotas and zero noisy neighbours at a higher per-tenant floor.
• The GKE GPU floor dominates cost when air-gapped inference is mandated — offer it as an explicit option, not a default.
• Rehearse CMEK restoration with each customer SOC; revocation is immediate and total.
• Workstream 4 (Pattern C) blends pooled and sovereign tiers via Private Service Connect spokes and zero-downtime tier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Milestone 2 (Weeks 4–7) • Dedicated Per-Tenant GCP Projects with Physical Isolation &amp; Instant HTTP 423 CMEK Lock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Milestone 2 (Weeks 4–7) • Dedicated Per-Tenant GCP Projects with Physical Isolation &amp; Instant HTTP 423 CMEK Lock
• Follow badges 1→7: mTLS Request enters from the SPIFFE clients; Silo Response or HTTP 423 Locked returns on the same trunk.
• Routing hub: Cloud Armor SPIFFE pinning, Model Armor edge filter, IAM PAB Verifier, External ALB, Sovereign Hub Router.
• Governance hub: Security Command Center, Cloud KMS / EKM Key, and the Silo Security Suite 6/6 Sovereign Tests PASS card.
• Dashed line 'CMEK state &amp; VPC-SC audit monitoring' feeds both silos — the signal Hop 3 uses to refuse work instantly.
• Left spoke: Perimeter Alpha / cymbal-finvault-silo-prod with Gemma 3 (27B) GKE air-gapped inference and Private GKE Zero Egress.
• Right spoke: Perimeter Beta / cymbal-retailstream-silo-prod with Gemini 2.5 Pro PT and Local Silo MCP Entra SharePoint &amp; SNOW.
Editable source: diagrams/ws3-pattern-b-sovereign-silos-architecture.drawio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Pattern B: Zero-Trust Sovereign Silos (VPC-SC, IAM PAB, CMEK &amp; Air-Gapped Gemma 3 on GKE)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Choose Pattern B only when a contract demands a dedicated blast radius, a customer-revocable key, or no multi-tenant model endpoints.
• Keep the governance code identical across patterns; pay for infrastructure, not for a second engineering team.
• PAB answers 'which projects may this principal ever reach?' — it blocks lateral movement even when another project's IAM is wrong.
• Make the tenant CMEK the single dependency for runtime, memory, data, and audit so one key disable is a complete kill-switch.
• Prove every control with the 6-test suite before onboarding, and keep the results visible on the architecture diagram.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run_silo_security_tests.py, apply the 3.6 Terraform silo blueprint for one tenant, and book the 90-minute Pattern B codelab with your security team.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— Sovereign Silos: One Project, One Perimeter, One Key per Tenant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80% 5-Hop Cymbal core inside dedicated VPC-SC / PAB / CMEK tenant projects with air-gapped Gemma 3 on GKE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Regulated tenants (OCC/FDIC, DORA, HIPAA, public sector) often prohibit shared compute, shared databases, and platform-owned keys.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keeps core-cymbal-agent unchanged and adds a 20% delta: mTLS SPIFFE pinning, IAM PAB, VPC-SC perimeter, CMEK kill-switch, Gemma 3 on GKE.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tenant gets a dedicated project: cymbal-finvault-silo-prod and cymbal-retailstream-silo-prod, each with its own agent-memory-cmek key.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Revoking the tenant CMEK halts every agent turn at Hop 3 with HTTP 423 KMS_KEY_DISABLED; all 6 sovereign security tests pass.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Trade-off: zero noisy neighbours and simple per-project quotas versus a higher per-tenant infrastructure floor and multi-project operations.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Why Pooled Isolation Is Not Enough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Pooled Isolation Is Not Enough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Auditors ask whether any other customer could ever touch your compute, storage, or key — not just whether data is logically separated.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drivers: zero physical blast radius, customer-revocable encryption key, hard identity boundary, no multi-tenant model endpoints.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(Google OIDC, Workspace + Jira) and RetailStream Corp (Entra ID, SharePoint + ServiceNow) each receive a sovereign silo.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remains the right answer for Standard SaaS tiers thanks to ContextCacheConfig prefix caching (up to 90% COGS savings).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Sovereign Silo Model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Sovereign Silo Model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PatternBSiloedService wraps CymbalMultiTenantRuntime and checks mTLS SPIFFE, PAB, and VPC-SC egress before the 5-Hop pipeline runs.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restricts aiplatform, discoveryengine, modelarmor, alloydb, storage, and bigquery APIs so valid credentials cannot exfiltrate.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CMEK AlloyDB, 5-Level Memory Bank, BigQuery audit, GKE disks, and runtime all depend on one tenant key: agent-memory-cmek.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runs air-gapped gemma-3-27b-it-vllm on private GKE; RetailStream runs Gemini 2.5 Pro with dedicated Provisioned Throughput.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5-Hop Chain Inside a Silo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Chain Inside a Silo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strips forged X-Tenant-ID headers, verifies IdP JWT, performs RFC 8693 OBO + DPoP, and mints PATTERN_B_SILOED context.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registry PDP and before_agent_callback pruning become defence-in-depth behind PAB and VPC-SC.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resolves silo_cmek_key_uri; a disabled key returns DENY 423 KMS_KEY_DISABLED before any Memory Bank or model call.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Model Armor and Hop 5 AlloyDB RLS + BigQuery OTel run unchanged, inside dedicated CMEK-encrypted resources.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Verification: 6 Sovereign Security Tests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Verification: 6 Sovereign Security Tests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1: spoofed SPIFFE cert at FinVault ingress → 401 MTLS_CERTIFICATE_MISMATCH.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2: FinVault principal targets RetailStream project → 403 PAB_BOUNDARY_VIOLATION.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3: export to external-attacker-exfil-proj → 403 VPC_SERVICE_CONTROLS_PERMISSION_DENIED.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4A/4B/5: CMEK revoke → 423; restore → 200 with AirGapped-GKE-Gemma3-27B response prefix.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6: RetailStream silo CMEK revoke/restore parity verified; suite reports 100% VERIFIED.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Provisioning, Sign-Off &amp; Blueprint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Provisioning, Sign-Off &amp; Blueprint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 runbook: create projects, enable 7 APIs, create finvault-kr/agent-memory-cmek (90-day rotation), bind finvault-sovereign-pab at org level.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 sign-off: VPC-SC, PAB, CMEK kill-switch, and mTLS + air-gapped Gemma 3 all SIGNED OFF by GCP Security and GEAP Product Engineering.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3.6 Terraform blueprint provisions CMEK key, perimeter_&lt;tenant&gt;_sovereign, sovereign VPC, and &lt;tenant&gt;-airgapped-gemma3-gke per apply.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3.8 codelab (90 min, 5 modules) and 3.9 go/demos video script reuse the same verification gates.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Trade-Offs &amp; What Comes Next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Trade-Offs &amp; What Comes Next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is a different economic contract: dedicated quotas and zero noisy neighbours at a higher per-tenant floor.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GKE GPU floor dominates cost when air-gapped inference is mandated — offer it as an explicit option, not a default.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Rehearse CMEK restoration with each customer SOC; revocation is immediate and total.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4 (Pattern C) blends pooled and sovereign tiers via Private Service Connect spokes and zero-downtime tier migration.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3 • Pattern B — Zero-Trust Sovereign Silos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VIS-WS3-PATTERN-B-SOVEREIGN-SILOS-ARCHITECTURE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VIS-WS3-PATTERN-B-SOVEREIGN-SILOS-ARCHITECTURE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(80% Core 5-Hop Pipeline + 20% Sovereign VPC-SC / PAB / CMEK Delta)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 • Project: cymbal-finvault-silo-prod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 • Project: cymbal-retailstream-silo-prod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finvault-kr/agent-memory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Project • CMEK: retailstream-kr/memory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Security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3.1 • PATTERN B BLUEPRINT] Pattern B: Zero-Trust Sovereign Silos (VPC-SC, IAM PAB, CMEK Kill-Switch &amp; Air-Gapped Gemma 3 on GKE)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 2 (Weeks 4–7) • Dedicated Per-Tenant GCP Projects with Physical Isolation &amp; Instant HTTP 423 CMEK Lock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ClientsFinVault &amp; RetailStream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SNI Silo Routing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VPC-SC &amp; PAB Violation Feed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/ EKM Key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Kill-Switch (HTTP 423)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AlloyDB &amp; Memory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Template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Template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mTLS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X.509 SPIFFE Cert Pinning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80083" y="2312518"/>
            <a:ext cx="605333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B: Zero-Trust Sovereign Silos (VPC-SC, IAM PAB, CMEK &amp; Air-Gapped Gemma 3 on GKE)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Follow badges 1→7: mTLS Request enters from the SPIFFE clients; Silo Response or HTTP 423 Locked returns on the same trunk.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hub: Cloud Armor SPIFFE pinning, Model Armor edge filter, IAM PAB Verifier, External ALB, Sovereign Hub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 hub: Security Command Center, Cloud KMS / EKM Key, and the Silo Security Suite 6/6 Sovereign Tests PASS card.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line 'CMEK state &amp; VPC-SC audit monitoring' feeds both silos — the signal Hop 3 uses to refuse work instantly.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spoke: Perimeter Alpha / cymbal-finvault-silo-prod with Gemma 3 (27B) GKE air-gapped inference and Private GKE Zero Egress.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Right spoke: Perimeter Beta / cymbal-retailstream-silo-prod with Gemini 2.5 Pro PT and Local Silo MCP Entra SharePoint &amp; SNOW.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diagrams/ws3-pattern-b-sovereign-silos-architecture.drawio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PATTERN B: ZERO-TRUST SOVEREIGN SILOS (VPC-SC, IAM PAB, CMEK &amp; AIR-GAPPED GEMMA 3 ON GKE)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Multi-Project Sovereign Topology (80% Core 5-Hop Pipeline + 20% Sovereign VPC-SC / PAB /…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Routing &amp; Governance Hub 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Alpha • Project: cymbal-finvault-silo-prod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+ VPC-SC Perimeter Beta • Project: cymbal-retailstream-silo-prod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Silo (FinVault Bank)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finvault-kr/agent-memory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Silo (RetailStream)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Project • CMEK: retailstream-kr/memory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mTLS &amp; SPIFFE Routing Hub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certificate pinning (HTTP 401 on SAN mismatch)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CMEK &amp;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Sovereign Security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3.1 • PATTERN B BLUEPRINT] Pattern B: Zero-Trust Sovereign Silos (VPC-SC, IAM…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Milestone 2 (Weeks 4–7) • Dedicated Per-Tenant GCP Projects with Physical Isolation &amp; Instant HTTP 423 CMEK L…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mTLS SPIFFE ClientsFinVault &amp; RetailStream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SNI Silo Routing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VPC-SC &amp; PAB Violation Feed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Silo Security Suite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6/6 Sovereign Tests PASS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KMS / EKM Key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Customer Kill-Switch (HTTP 423)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Pattern B only when a contract demands a dedicated blast radius, a customer-revocable key, or no multi-tenant model endpoints.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governance code identical across patterns; pay for infrastructure, not for a second engineering team.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answers 'which projects may this principal ever reach?' — it blocks lateral movement even when another project's IAM is wrong.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Make the tenant CMEK the single dependency for runtime, memory, data, and audit so one key disable is a complete kill-switch.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every control with the 6-test suite before onboarding, and keep the results visible on the architecture diagram.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run_silo_security_tests.py, apply the 3.6 Terraform silo blueprint for one tenant, and book the 90-minute Pattern B codelab with your security team.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WS3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3.1 • PATTERN B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B: Zero-Trust Sovereign Silos (VPC-SC, IAM PAB, CMEK Kill-Switch &amp; Air-Gapped Gemma 3 on GKE)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diagrams/ws3-pattern-b-sovereign-silos-architecture.drawio.png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diagrams/vision_metadata/ws3-pattern-b-sovereign-silos-architecture.vision.json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blogs/ws3-pattern-b-sovereign-silos.md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workstream-3-pattern-b-siloed/3.1-case-study-and-solution-architecture.md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workstream-3-pattern-b-siloed/3.5-exfiltration-and-cmek-revocation-tests/run_silo_security_tests.py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workstream-3-pattern-b-siloed/3.7-blog-sovereign-silos.md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B — Sovereign Silos: One Project, One Perimeter, One Key per Tenant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2026-10-08T12:11:29Z</dcterms:created>
  <dcterms:modified xsi:type="dcterms:W3CDTF">2026-10-08T12:11:29Z</dcterms:modified>
</cp:coreProperties>
</file>