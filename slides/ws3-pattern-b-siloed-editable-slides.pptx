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Silo: bbar-138hf0 (#48439189383) • ramp-portal-dev (#248990048888)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KILL-SWITCH &amp; BEFORE/AFTER NOCODB/VAULT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NocoDB v0.255.2 (21 CFR Part 11 KMS P-256) &amp; HashiCorp Vault v1.13.3 (&lt;60s HTTP 423 CMEK Lock)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NocoDB v0.255.2 GxP &amp; HashiCorp Vault v1.13.3 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NOCODB &amp; HASHICORP VAULT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Sovereign 3P UI &amp; Gemma 3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with genuine 2880×1800 Before/After NocoDB GxP &amp; HashiCorp Vault CMEK HTTP 423 UI captures.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2026-10-30T19:22:44Z</dcterms:created>
  <dcterms:modified xsi:type="dcterms:W3CDTF">2026-10-30T19:22:44Z</dcterms:modified>
</cp:coreProperties>
</file>