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Multimodal GraphRAG Resource Orchestration with Spanner Graph &amp; Vertex AI.</a:t>
            </a:r>
            <a:endParaRPr lang="en-US" dirty="0"/>
          </a:p>
          <a:p>
            <a:r>
              <a:rPr lang="en-US" dirty="0"/>
              <a:t>In this briefing, we are looking at how to combine knowledge graphs and vector search inside a single Google Cloud Spanner Graph database—allowing AI agents to reason accurately across complex multi-hop relationships like supply chains, financial networks, and clinical pathways alongside documents, images, and audio.</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Here in Figure 1 is our complete Google Cloud physical blueprint. User queries enter through the blue Routing Hub via Cloud Armor and Identity-Aware Proxy, get orchestrated by our ADK Reasoning Agent in the green Governance Hub, and execute combined graph-traversal and vector-similarity queries inside Spanner Graph and Vertex AI across the bottom execution spokes.</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Walking through the six steps on this slide shows why combining graph and vector retrieval is so powerful in practice. Unstructured files arriving in Cloud Storage are parsed into multimodal embeddings by Vertex AI and linked as typed nodes and edges inside Spanner Graph—so when a user asks a complex question, the agent retrieves both semantic matches and exact multi-hop relationship chains in one transaction.</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This slide connects that technical workflow to a concrete business outcome. Standard vector-only RAG often fails when an answer depends on connecting three or four indirect entities across different documents; by unifying GQL graph traversal and cosine vector search inside Spanner Graph, enterprise teams eliminate hallucinations while avoiding the operational cost of syncing separate graph and vector databases.</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Here we compare our unified Spanner Graph architecture against stitching together standalone graph and vector databases across latency, consistency, and operational overhead. The takeaway for decision-makers is simple: running graph and vector search inside one transactional engine removes dual-write drift and cuts multi-hop query latency significantly.</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Finally, here is the practical deployment checklist and runnable schema setup so your engineering team can provision Spanner Graph and Vertex AI embeddings today.</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Reference Guide • Multimodal GraphRAG</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DOC-REF-07</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11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Agentic AI Reference Architecture: Multimodal GraphRAG Resource Orchestration with Spanner Graph</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Enterprise analysts routinely need to synthesize insights across unstructured PDFs, earnings-call audio recordings, charts, and relational transaction ledgers. Standard vector RAG retrieves semantically similar text chunks but fails when a query requires traversing multi-hop entity relationships.</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By pairing sequential extraction agents on Cloud Run with Cloud Spanner Graph, the platform extracts structured nodes and edges from multimodal assets, indexes 768-dimensional vector embeddings alongside ISO GQL property graphs, and combines both via Reciprocal Rank Fusion.</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The architecture separates asynchronous multimodal ingestion from low-latency hybrid query execution.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Multimodal GraphRAG Resource Orchestration on Google Cloud</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Hub-and-Spoke topology orchestrating Multimodal Upload, Extraction, and Spanner Graph Hybrid RRF Search Agents.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Service Controls Multimodal GraphRAG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VPC</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Spoke 1: Sequential Multimodal Ingestion Pipeline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Spoke 2: Hybrid Spanner Graph ISO GQL + ANN Vector RRF Retrieval</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Multimodal Ingestion Spoke</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PDF, audio &amp; chart entity extraction with deterministic entity linking</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Hybrid GraphRAG Search Spoke</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Multi-hop ISO GQL traversal fused with ANN cosine similarity via RRF</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Coordinator &amp; Multimodal Ingress Hub</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Ingress security, session state &amp; Coordinator Agent routing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graph lineage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Financial Analyst</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Multimodal Query &amp; Upload UI</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HTTPS Ingress</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Data Exfiltration &amp; DLP Posture</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Logging &amp; BQ</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GQL Hop Depth &amp; RRF Telemetry</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Central IAM &amp;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Interleaved Tenant Graph ACLs</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Extraction &amp; Upsert Agents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Sequential Cloud Run Pipeline</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Entity Resolution MCP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Canonical Company ID Linker</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Storage &amp; Spanner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Raw Assets &amp; Interleaved Graph</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GraphRAG Search Agent + Memory</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Spanner Graph MCP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Bounded ISO GQL + Vector Tool</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Spanner Graph</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ISO GQL + 768-d RRF Scoring</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Run Coordinator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Routes Ingestion vs RRF Search</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 &amp; DLP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Redacts PII Before Graph Upsert</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 &amp; Emb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Entity Extraction &amp; 768-d Vectors</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Citation &amp; Hallucination Guard</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Multi-Hop Synthesis Engine</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&amp; Upload Rate Limiting</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Multimodal Prompt Guardrails</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IAP &amp; Enterprise OIDC</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Analyst Tenant Auth</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Graph audit &amp; RRF latency spans</a:t>
            </a:r>
            <a:endParaRPr lang="en-US" sz="420" dirty="0"/>
          </a:p>
        </p:txBody>
      </p:sp>
      <p:sp>
        <p:nvSpPr>
          <p:cNvPr id="148" name="Text 126"/>
          <p:cNvSpPr/>
          <p:nvPr/>
        </p:nvSpPr>
        <p:spPr>
          <a:xfrm>
            <a:off x="5221224"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Canonical Entity Match</a:t>
            </a:r>
            <a:endParaRPr lang="en-US" sz="420" dirty="0"/>
          </a:p>
        </p:txBody>
      </p:sp>
      <p:sp>
        <p:nvSpPr>
          <p:cNvPr id="149" name="Text 127"/>
          <p:cNvSpPr/>
          <p:nvPr/>
        </p:nvSpPr>
        <p:spPr>
          <a:xfrm>
            <a:off x="5196535"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Upsert Nodes &amp; GQL Edges</a:t>
            </a:r>
            <a:endParaRPr lang="en-US" sz="420" dirty="0"/>
          </a:p>
        </p:txBody>
      </p:sp>
      <p:sp>
        <p:nvSpPr>
          <p:cNvPr id="150" name="Text 128"/>
          <p:cNvSpPr/>
          <p:nvPr/>
        </p:nvSpPr>
        <p:spPr>
          <a:xfrm>
            <a:off x="7184441" y="4659782"/>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Reciprocal Rank Fusion (RRF)</a:t>
            </a:r>
            <a:endParaRPr lang="en-US" sz="420" dirty="0"/>
          </a:p>
        </p:txBody>
      </p:sp>
      <p:sp>
        <p:nvSpPr>
          <p:cNvPr id="151" name="Text 129"/>
          <p:cNvSpPr/>
          <p:nvPr/>
        </p:nvSpPr>
        <p:spPr>
          <a:xfrm>
            <a:off x="7197242" y="5206594"/>
            <a:ext cx="7397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3-Hop Bounded ISO GQL Query</a:t>
            </a:r>
            <a:endParaRPr lang="en-US" sz="420" dirty="0"/>
          </a:p>
        </p:txBody>
      </p:sp>
      <p:sp>
        <p:nvSpPr>
          <p:cNvPr id="152" name="Text 130"/>
          <p:cNvSpPr/>
          <p:nvPr/>
        </p:nvSpPr>
        <p:spPr>
          <a:xfrm>
            <a:off x="4289450" y="5574182"/>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Extract nodes &amp; 768-d vectors</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Synthesized RRF citation response</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Dispatch to Ingestion or Hybrid RRF Spoke</a:t>
            </a:r>
            <a:endParaRPr lang="en-US" sz="420" dirty="0"/>
          </a:p>
        </p:txBody>
      </p:sp>
      <p:sp>
        <p:nvSpPr>
          <p:cNvPr id="155" name="Text 133"/>
          <p:cNvSpPr/>
          <p:nvPr/>
        </p:nvSpPr>
        <p:spPr>
          <a:xfrm>
            <a:off x="4915814" y="2980944"/>
            <a:ext cx="7397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analyst tenant scope</a:t>
            </a:r>
            <a:endParaRPr lang="en-US" sz="420" dirty="0"/>
          </a:p>
        </p:txBody>
      </p:sp>
      <p:sp>
        <p:nvSpPr>
          <p:cNvPr id="156" name="Text 134"/>
          <p:cNvSpPr/>
          <p:nvPr/>
        </p:nvSpPr>
        <p:spPr>
          <a:xfrm>
            <a:off x="4497934" y="4445813"/>
            <a:ext cx="36941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asset</a:t>
            </a:r>
            <a:endParaRPr lang="en-US" sz="420" dirty="0"/>
          </a:p>
        </p:txBody>
      </p:sp>
      <p:sp>
        <p:nvSpPr>
          <p:cNvPr id="157" name="Text 135"/>
          <p:cNvSpPr/>
          <p:nvPr/>
        </p:nvSpPr>
        <p:spPr>
          <a:xfrm>
            <a:off x="4387291" y="4625950"/>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entity triples</a:t>
            </a:r>
            <a:endParaRPr lang="en-US" sz="420" dirty="0"/>
          </a:p>
        </p:txBody>
      </p:sp>
      <p:sp>
        <p:nvSpPr>
          <p:cNvPr id="158" name="Text 136"/>
          <p:cNvSpPr/>
          <p:nvPr/>
        </p:nvSpPr>
        <p:spPr>
          <a:xfrm>
            <a:off x="4888382" y="2299716"/>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WAF &amp; upload policies</a:t>
            </a:r>
            <a:endParaRPr lang="en-US" sz="420" dirty="0"/>
          </a:p>
        </p:txBody>
      </p:sp>
      <p:sp>
        <p:nvSpPr>
          <p:cNvPr id="159" name="Text 137"/>
          <p:cNvSpPr/>
          <p:nvPr/>
        </p:nvSpPr>
        <p:spPr>
          <a:xfrm>
            <a:off x="4963363" y="2816352"/>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prompt</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VPC Service Controls Multimodal GraphRAG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Service Controls Multimodal GraphRAG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Coordinator &amp; Multimodal Ingress Hub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IAP &amp; Enterprise OIDC: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Central governance and graph lineage hub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Central IAM &amp;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Logging &amp; BQ: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VPC • Sequential Ingestion &amp; Hybrid RRF Query Planes: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Multimodal Ingestion Spoke &amp; Hybrid GraphRAG Search Spoke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 hosting agent runtimes, MCP tools, and datastores.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Extraction &amp; Upsert Agents / Vertex AI Agent Engine: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&amp; DLP /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Entity Resolution MCP / Spanner Graph MCP: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Storage &amp; Spanner / Cloud Spanner Graph: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Coordinator &amp; Multimodal Ingress Hub.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and IAP &amp; Enterprise OIDC, the request is forwarded to Cloud Run Coordinator.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Cloud Run Coordinator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Multimodal Ingestion Spoke,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Canonical Entity Match.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Upsert Nodes &amp; GQL Edges.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Extraction &amp; Upsert Agents sends the validated, context-enriched prompt to Gemini 2.5 Pro &amp; Emb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Extraction &amp; Upsert Agents passes the generated output through Model Armor &amp; DLP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Coordinator &amp; Multimodal Ingress Hub, while structured OpenTelemetry audit and FinOps spans stream to the Central governance and graph lineage hub.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Agentic AI Reference Architecture: Multimodal GraphRAG Resource Orchestration with Spanner Graph.</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Spanner Graph: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DOC-REF-07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Gemini 2.5 Pro &amp; Embeddings: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DOC-REF-07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Storage: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DOC-REF-07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Reciprocal Rank Fusion &amp; Deterministic Entity Linking</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To prevent duplicate entity nodes when ingesting heterogeneous PDFs and audio transcripts, the Graph Upsert Agent resolves canonical entity IDs before merging Spanner Graph edges and computing RRF scores.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Shared VPC • Sequential Ingestion &amp; Hybrid RRF Query Planes and Cloud Storage &amp; Spanner,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Hybrid RRF Scoring Formula: </a:t>
            </a:r>
            <a:pPr indent="0" marL="0">
              <a:lnSpc>
                <a:spcPct val="116000"/>
              </a:lnSpc>
              <a:buNone/>
            </a:pPr>
            <a:r>
              <a:rPr lang="en-US" sz="780" dirty="0">
                <a:solidFill>
                  <a:srgbClr val="3C4043"/>
                </a:solidFill>
                <a:latin typeface="Arial" pitchFamily="34" charset="0"/>
                <a:ea typeface="Arial" pitchFamily="34" charset="-122"/>
                <a:cs typeface="Arial" pitchFamily="34" charset="-120"/>
              </a:rPr>
              <a:t>Combines semantic cosine distance from Spanner ANN vector search with structural hop proximity from ISO GQL graph traversal: RRF_Score = 1/ + 1/.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Tenant-Scoped Graph Partitioning: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Every node and edge table in Cloud Spanner Graph is interleaved under TenantCatalog so multi-hop GQL traversals remain physically co-located and tenant-isolated.</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Cloud Run Coordinator under VPC Service Controls Multimodal GraphRAG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Extraction &amp; Upsert Agents &amp; Entity Resolution MCP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Extraction &amp; Upsert Agents with Entity Resolution MCP and Cloud Storage &amp; Spanner.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Entity Resolution MCP: Maximizes blast-radius containment by keeping credentials, service accounts, and data access strictly inside.;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 &amp; DLP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Storage &amp; Spanner &amp; Central IAM &amp; PAB</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&amp; DLP: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&amp; DLP.
</a:t>
            </a:r>
            <a:pPr indent="0" marL="0">
              <a:buNone/>
            </a:pPr>
            <a:r>
              <a:rPr lang="en-US" sz="700" b="1" dirty="0">
                <a:solidFill>
                  <a:srgbClr val="202124"/>
                </a:solidFill>
                <a:latin typeface="Arial" pitchFamily="34" charset="0"/>
                <a:ea typeface="Arial" pitchFamily="34" charset="-122"/>
                <a:cs typeface="Arial" pitchFamily="34" charset="-120"/>
              </a:rPr>
              <a:t>• Cloud Storage &amp; Spanner &amp; Central IAM &amp; PAB: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Cloud Storage &amp; Spanner.</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Cloud Run Coordinator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Extraction &amp; Upsert Agents &amp; Entity Resolution MCP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Storage &amp; Spanner</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Cloud Run Coordinator: </a:t>
            </a:r>
            <a:pPr indent="0" marL="0">
              <a:buNone/>
            </a:pPr>
            <a:r>
              <a:rPr lang="en-US" sz="690" dirty="0">
                <a:solidFill>
                  <a:srgbClr val="3C4043"/>
                </a:solidFill>
                <a:latin typeface="Arial" pitchFamily="34" charset="0"/>
                <a:ea typeface="Arial" pitchFamily="34" charset="-122"/>
                <a:cs typeface="Arial" pitchFamily="34" charset="-120"/>
              </a:rPr>
              <a:t>Deploy Cloud Run Coordinator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Extraction &amp; Upsert Agents &amp; Entity Resolution MCP: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Entity Resolution MCP.
</a:t>
            </a:r>
            <a:pPr indent="0" marL="0">
              <a:buNone/>
            </a:pPr>
            <a:r>
              <a:rPr lang="en-US" sz="700" b="1" dirty="0">
                <a:solidFill>
                  <a:srgbClr val="202124"/>
                </a:solidFill>
                <a:latin typeface="Arial" pitchFamily="34" charset="0"/>
                <a:ea typeface="Arial" pitchFamily="34" charset="-122"/>
                <a:cs typeface="Arial" pitchFamily="34" charset="-120"/>
              </a:rPr>
              <a:t>• Cloud Storage &amp; Spanner: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Cloud Storage &amp; Spanner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Cloud Logging &amp; BQ</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Multimodal Ingestion Spoke and Hybrid GraphRAG Search Spoke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Cloud Logging &amp; BQ: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Logging &amp; BQ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&amp; Emb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IAP &amp; Enterprise OIDC &amp; Entity Resolution MCP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Logging &amp; BQ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&amp; Emb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IAP &amp; Enterprise OIDC &amp; Entity Resolution MCP: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Logging &amp; BQ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Multimodal GraphRAG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DOC-REF-07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Agentic AI Reference Architecture: Multimodal GraphRAG Resource Orchestration with Spanner Graph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sql/spanner_graph_circular_exposure.gql</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SQL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GRAPH CorporateKnowledgeGraph</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MATCH (a:Company {tenant_id: @tenant_id})-[t1:TRANSFERRED_TO]-&gt;(b:Company)</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-[t2:TRANSFERRED_TO]-&gt;(c:Company)-[t3:TRANSFERRED_TO]-&gt;(a)</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WHERE t1.amount_usd + t2.amount_usd + t3.amount_usd &gt; 1000000</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AND TIMESTAMP_DIFF(t3.tx_timestamp, t1.tx_timestamp, HOUR) &lt;= 24</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RETURN a.company_name AS origin_entity,</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b.company_name AS intermediary_1,</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c.company_name AS intermediary_2,</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(t1.amount_usd + t2.amount_usd + t3.amount_usd) AS total_circular_volume_usd;</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Google Cloud Architecture Center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DOC-REF-07: Agentic AI Reference Architecture: Multimodal GraphRAG Resource Orchestration with Spanner Graph (DOC-REF-07)</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2026-10-16T15:16:09Z</dcterms:created>
  <dcterms:modified xsi:type="dcterms:W3CDTF">2026-10-16T15:16:09Z</dcterms:modified>
</cp:coreProperties>
</file>