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Reference Guide • Multimodal GraphRAG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DOC-REF-07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11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Reference Architecture: Multimodal GraphRAG Resource Orchestration with Spanner Graph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analysts routinely need to synthesize insights across unstructured PDFs, earnings-call audio recordings, charts, and relational transaction ledgers. Standard vector RAG retrieves semantically similar text chunks but fails when a query requires traversing multi-hop entity relationships.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pairing sequential extraction agents on Cloud Run with Cloud Spanner Graph, the platform extracts structured nodes and edges from multimodal assets, indexes 768-dimensional vector embeddings alongside ISO GQL property graphs, and combines both via Reciprocal Rank Fusion.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separates asynchronous multimodal ingestion from low-latency hybrid query execution.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Multimodal GraphRAG Resource Orchestration on Google Cloud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Hub-and-Spoke topology orchestrating Multimodal Upload, Extraction, and Spanner Graph Hybrid RRF Search Agents.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Service Controls Multimodal GraphRAG Perimeter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1: Sequential Multimodal Ingestion Pipeline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2: Hybrid Spanner Graph ISO GQL + ANN Vector RRF Retrieval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Ingestion Spoke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PDF, audio &amp; chart entity extraction with deterministic entity linking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GraphRAG Search Spoke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Multi-hop ISO GQL traversal fused with ANN cosine similarity via RRF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 &amp; Multimodal Ingress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security, session state &amp; Coordinator Agent routing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graph lineage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Analyst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Query &amp; Upload UI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HTTPS Ingress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Exfiltration &amp; DLP Posture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GQL Hop Depth &amp; RRF Telemetry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Interleaved Tenant Graph ACLs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&amp; Upsert Agents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Cloud Run Pipeline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Resolution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Company ID Linker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&amp; Spanner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Assets &amp; Interleaved Graph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GraphRAG Search Agent + Memory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Spanner Graph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ISO GQL + Vector Tool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Spanner Graph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GQL + 768-d RRF Scoring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Coordinator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Ingestion vs RRF Search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DLP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PII Before Graph Upsert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&amp; Emb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Extraction &amp; 768-d Vectors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 &amp; Hallucination Guard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Multi-Hop Synthesis Engine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Upload Rate Limiting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Prompt Guardrails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&amp; Enterprise OIDC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Tenant Auth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audit &amp; RRF latency spans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221224" y="4659782"/>
            <a:ext cx="6163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Entity Match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196535" y="5206594"/>
            <a:ext cx="66568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Nodes &amp; GQL Edges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184441" y="4659782"/>
            <a:ext cx="76443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(RRF)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197242" y="5206594"/>
            <a:ext cx="739750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3-Hop Bounded ISO GQL Query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289450" y="5574182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nodes &amp; 768-d vectors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Synthesized RRF citation response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Ingestion or Hybrid RRF Spoke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4915814" y="2980944"/>
            <a:ext cx="739750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analyst tenant scope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97934" y="4445813"/>
            <a:ext cx="36941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asset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387291" y="4625950"/>
            <a:ext cx="591617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entity triples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888382" y="2299716"/>
            <a:ext cx="591617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upload policies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4963363" y="281635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prompt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38951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31206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Service Controls Multimodal GraphRAG Perimeter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Multimodal GraphRAG Perimeter: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 &amp; Multimodal Ingress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 and verifies policy constraints at the routing hub.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IAP &amp; Enterprise OIDC: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binds cryptographic identity and scope claims before routing.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graph lineage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 IAM &amp; PAB: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VPC • Sequential Ingestion &amp; Hybrid RRF Query Planes: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Ingestion Spoke &amp; Hybrid GraphRAG Search Spoke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 hosting agent runtimes, MCP tools, and datastores.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Extraction &amp; Upsert Agents / Vertex AI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environments orchestrating reasoning, memory, and tool execution across left and right spokes.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 &amp; DLP /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each spoke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Entity Resolution MCP / Spanner Graph MCP: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interfaces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Storage &amp; Spanner / Cloud Spanner Graph: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layers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Coordinator &amp; Multimodal Ingress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Model Armor, and IAP &amp; Enterprise OIDC, the request is forwarded to Cloud Run Coordinator.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Coordinator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Multimodal Ingestion Spoke,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Canonical Entity Match.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Upsert Nodes &amp; GQL Edges.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&amp; Upsert Agents sends the validated, context-enriched prompt to Gemini 2.5 Pro &amp; Emb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&amp; Upsert Agents passes the generated output through Model Armor &amp; DLP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Coordinator &amp; Multimodal Ingress Hub, while structured OpenTelemetry audit and FinOps spans stream to the Central governance and graph lineage hub.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Agentic AI Reference Architecture: Multimodal GraphRAG Resource Orchestration with Spanner Graph.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Spanner Graph: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DOC-REF-07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Gemini 2.5 Pro &amp; Embeddings: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DOC-REF-07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runtime environment to host, scale, and govern AI agents with managed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Storage: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DOC-REF-07 to enforce production security, scalability, and observability.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&amp; Deterministic Entity Linking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prevent duplicate entity nodes when ingesting heterogeneous PDFs and audio transcripts, the Graph Upsert Agent resolves canonical entity IDs before merging Spanner Graph edges and computing RRF scores.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Shared VPC • Sequential Ingestion &amp; Hybrid RRF Query Planes and Cloud Storage &amp; Spanner,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Hybrid RRF Scoring Formula: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semantic cosine distance from Spanner ANN vector search with structural hop proximity from ISO GQL graph traversal: RRF_Score = 1/ + 1/.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Tenant-Scoped Graph Partitioning: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node and edge table in Cloud Spanner Graph is interleaved under TenantCatalog so multi-hop GQL traversals remain physically co-located and tenant-isolated.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Cloud Run Coordinator under VPC Service Controls Multimodal GraphRAG Perimeter.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Model Armor.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&amp; Upsert Agents &amp; Entity Resolution MCP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Extraction &amp; Upsert Agents with Entity Resolution MCP and Cloud Storage &amp; Spanner.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Entity Resolution MCP: Maximizes blast-radius containment by keeping credentials, service accounts, and data access strictly inside.;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 &amp; DLP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Storage &amp; Spanner &amp; Central IAM &amp; PAB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 &amp; DLP: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Model Armor &amp; DLP.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Storage &amp; Spanner &amp; Central IAM &amp; PAB: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Cloud Storage &amp; Spanner.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Coordinator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Extraction &amp; Upsert Agents &amp; Entity Resolution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Storage &amp; Spanner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Coordinator: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Cloud Run Coordinator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Extraction &amp; Upsert Agents &amp; Entity Resolution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Entity Resolution MCP.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Storage &amp; Spanner: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Cloud Storage &amp; Spanner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Cloud Logging &amp; BQ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Multimodal Ingestion Spoke and Hybrid GraphRAG Search Spoke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Cloud Logging &amp; BQ: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Cloud Logging &amp; BQ and monitor posture drift in Security Command Center.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&amp; Emb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IAP &amp; Enterprise OIDC &amp; Entity Resolution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&amp; Emb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IAP &amp; Enterprise OIDC &amp; Entity Resolution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Agentic AI Reference Architecture: Multimodal GraphRAG Resource Orchestration with Spanner Graph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sql/spanner_graph_circular_exposure.gql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CorporateKnowledgeGraph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(a:Company {tenant_id: @tenant_id})-[t1:TRANSFERRED_TO]-&gt;(b:Company)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-[t2:TRANSFERRED_TO]-&gt;(c:Company)-[t3:TRANSFERRED_TO]-&gt;(a)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t1.amount_usd + t2.amount_usd + t3.amount_usd &gt; 1000000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TIMESTAMP_DIFF(t3.tx_timestamp, t1.tx_timestamp, HOUR) &lt;= 24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a.company_name AS origin_entity,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b.company_name AS intermediary_1,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c.company_name AS intermediary_2,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(t1.amount_usd + t2.amount_usd + t3.amount_usd) AS total_circular_volume_usd;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DOC-REF-07: Agentic AI Reference Architecture: Multimodal GraphRAG Resource Orchestration with Spanner Graph (DOC-REF-07)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2026-10-16T15:16:09Z</dcterms:created>
  <dcterms:modified xsi:type="dcterms:W3CDTF">2026-10-16T15:16:09Z</dcterms:modified>
</cp:coreProperties>
</file>