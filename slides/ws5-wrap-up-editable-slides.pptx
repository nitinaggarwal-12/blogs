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and AWS environments confirming that the entire 27-file codebase, all fourteen official architecture blueprints, all 20/20 Intra-Cloud GCP runtime simulations, all 30/30 Inter-Cloud 10-SaaS AWS AgentCore MCP flows (60/60 assertions), and all 12/12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Two Architectural Questions Select Your…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a:t>
            </a:r>
            <a:endParaRPr lang="en-US" sz="68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One 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Engineering writes the 5-hop ADK security and governance pipeline once; Patterns A, B, and C merely parameterize the surrounding Google Cloud.</a:t>
            </a:r>
            <a:endParaRPr lang="en-US" sz="68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The 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a:t>
            </a:r>
            <a:endParaRPr lang="en-US" sz="68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Proven 1,000-Tenant Portfolio Economics</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a:t>
            </a:r>
            <a:endParaRPr lang="en-US" sz="68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Projects: #248990048888 • #638420508320 •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MULTI-PROJECT RUNTIME ATTESTATION</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Automated CLI &amp; runtime attestation across 3 Google Cloud projects &amp; 10 AWS AgentCore MCP targets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Verification: scripts/verify_cloud_console_and_runtime.py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12/12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docs/cloud_console_verification_receipt.json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27-FILE WORKBENCH &amp; 30/30 SAAS GATE</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2.6/3.6/4.6, 20/20 GCP &amp; 30/30 SaaS Suite</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Terraform modules, ADK runtime code, 20/20 Intra-Cloud GCP suites, and 30/30 Inter-Cloud 10-SaaS AWS AgentCore MCP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2026-10-28T13:40:08Z</dcterms:created>
  <dcterms:modified xsi:type="dcterms:W3CDTF">2026-10-28T13:40:08Z</dcterms:modified>
</cp:coreProperties>
</file>