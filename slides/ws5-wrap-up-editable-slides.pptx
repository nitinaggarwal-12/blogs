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Series Recap &amp; the Cymbal Anchor
• Cymbal SaaS Platform publishes a Shared Incident Diagnostic Agent on Gemini 2.5 Pro with ContextCacheConfig shared prefix caching.
• FinVault Bank (Enterprise): Google Workspace + Jira, 8,000 thinking tokens, private Agent Alpha on Claude Sonnet, CMEK memory.
• RetailStream Corp (Standard): Microsoft Entra ID + ServiceNow, 4,000-token cap, Redis bulkhead, 403 on any call to Agent Alpha.
• 1W Design / 2W Build / 1W Launch rhythm: Milestone 1 Week 4 (Pooled), Milestone 2 Week 7 (Silos), Milestone 3 Week 10 (Hybrid).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Decision Tree
• Q1 (compliance): Do ALL tenants mandate project isolation, VPC-SC perimeters, or air-gapped Gemma 3 on GKE? Yes -&gt; Pattern B Sovereign Silos.
• Q2 (packaging): Do you sell Standard/SMB plus a regulated Enterprise tier? No -&gt; Pattern A Pooled; Yes -&gt; Pattern C Dynamic Hybrid.
• Pattern A's upgrade path is additive: adding dedicated spokes means moving to Pattern C, not rewriting the 5-Hop code.
• Only Pattern C ships the 3-phase zero-downtime live tier migration (SHADOW_SYNC -&gt; ATOMIC_CUTOVER -&gt; DRAIN).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 Matrix
• Isolation: shared pool + 5-Hop chain (A) vs dedicated project + VPC-SC + PAB + CMEK (B) vs hub routing across both tiers (C).
• Compute: shared gVisor runtime + temp:tenant_id (A); dedicated runtime or Gemma 3 27B on private GKE (B); pool 4k + PSC spokes 8k (C).
• Data: shared AlloyDB RLS + envelope CMEK (A); dedicated CMEK AlloyDB/BigQuery with HTTP 423 kill-switch (B); RLS pool + PSC CMEK spokes (C).
• Fit: uniform high-volume SaaS (A); healthcare, FinTech, regulated enterprises (B); tiered SaaS from SMB to Fortune 500 (C).
• CMEK kill-switch granularity and live upgrade path are the two rows that most often change a decision late in procurement.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Multi-Tenant Agentic Triad
• Pillar 1 Zero-Trust Cryptographic Security: eliminate cross-tenant tool, memory and data bleed across Hops 1-5; no implicit internal trust.
• Pillar 2 FinOps &amp; COGS: 90% discount on the 32k shared prefix, 4k vs 8k thinking clamps, Redis 120/600 RPM bulkheads with HTTP 429 shed.
• Pillar 3 Privacy-Preserving Observability: zero-PII BigQuery OTel spans (obo_token_hash, dpop_jkt) feeding three chargeback models.
• 5.2 model (950 Standard + 50 Enterprise tenants): -90% prefix COGS, -68% thinking spend, 99.99% Enterprise SLA, -74% TCO vs all-silo.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Chain: The Invariant Across A, B and C
• Hop 1 Edge PEP: strip forged X-Tenant-ID, verify Google OIDC / Entra ID JWT, RFC 8693 OBO bound to RFC 9449 DPoP jkt.
• Hop 2 Registry PDP: tenant-label filtering, ARD catalog pruning, 403 on cross-tenant calls, ADK before_agent_callback tool pruning.
• Hop 3 Compute &amp; FinOps: gVisor temp:tenant_id, L1-L5 Memory Bank, thinking budgets, Redis bulkheads, CMEK state check, ContextCacheConfig.
• Hop 4 Model Armor: ingress injection screen, tenant Semantic NLCs, egress SDP redaction (bank/IBAN/SWIFT vs payment PAN).
• Hop 5 Data &amp; OTel: SET LOCAL app.current_tenant AlloyDB RLS, 2LO/3LO broker via CymbalMCPHub, BigQuery OpenTelemetry audit sink.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EAP Backlog &amp; Retrospective
• P0 (Q4 2026): Registry tenant-label PDP, per-namespace Memory Bank CMEK, Auth Manager DPoP for external Entra ID tenants.
• P1: unified Model Garden cache API, stateless ADK OAuth checkpoint, VPC-SC MCP egress bridge, instant CMEK kill-switch SLA.
• P2 (Q1 2027): cross-project federated GEAP Registry over PSC and the live tenant tier migrator.
• Lessons: build Pooled first, treat the gap ledger as a deliverable, and publish every diagram once as .drawio/.png/.svg/.vision.json.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decision tree with legal and product together, clone core-cymbal-agent/, run the three test suites, and request the P0 EAP allowlists.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topology: all tenants need physical isolation (VPC-SC / Gemma 3)? -&gt; Pattern B; else tiered packaging? No -&gt; A, Yes -&gt; 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identical: core-cymbal-agent/ implements the 5-Hop Cryptographic Context Chain once; A, B and C are 20% perimeter deltas.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ladder: Pattern A $ (85-90% shared prefix savings), Pattern C $$ (blended SaaS margin), Pattern B $$$ (dedicated baseline per tenant).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Series Recap &amp; the Cymbal Anchor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Recap &amp; the Cymbal Anchor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Platform publishes a Shared Incident Diagnostic Agent on Gemini 2.5 Pro with ContextCacheConfig shared prefix caching.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(Enterprise): Google Workspace + Jira, 8,000 thinking tokens, private Agent Alpha on Claude Sonnet, CMEK memory.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(Standard): Microsoft Entra ID + ServiceNow, 4,000-token cap, Redis bulkhead, 403 on any call to Agent Alpha.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 Design / 2W Build / 1W Launch rhythm: Milestone 1 Week 4 (Pooled), Milestone 2 Week 7 (Silos), Milestone 3 Week 10 (Hybrid).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Decision Tree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Tree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(compliance): Do ALL tenants mandate project isolation, VPC-SC perimeters, or air-gapped Gemma 3 on GKE? Yes -&gt; Pattern B Sovereign Silos.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(packaging): Do you sell Standard/SMB plus a regulated Enterprise tier? No -&gt; Pattern A Pooled; Yes -&gt; Pattern C Dynamic Hybrid.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A's upgrade path is additive: adding dedicated spokes means moving to Pattern C, not rewriting the 5-Hop code.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Pattern C ships the 3-phase zero-downtime live tier migration (SHADOW_SYNC -&gt; ATOMIC_CUTOVER -&gt; DRAIN).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Side-by-Side Comparison Matrix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 Matrix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Isolation: shared pool + 5-Hop chain (A) vs dedicated project + VPC-SC + PAB + CMEK (B) vs hub routing across both tiers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Compute: shared gVisor runtime + temp:tenant_id (A); dedicated runtime or Gemma 3 27B on private GKE (B); pool 4k + PSC spokes 8k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shared AlloyDB RLS + envelope CMEK (A); dedicated CMEK AlloyDB/BigQuery with HTTP 423 kill-switch (B); RLS pool + PSC CMEK spokes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Fit: uniform high-volume SaaS (A); healthcare, FinTech, regulated enterprises (B); tiered SaaS from SMB to Fortune 500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granularity and live upgrade path are the two rows that most often change a decision late in procurement.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Multi-Tenant Agentic Triad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 Zero-Trust Cryptographic Security: eliminate cross-tenant tool, memory and data bleed across Hops 1-5; no implicit internal trust.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 FinOps &amp; COGS: 90% discount on the 32k shared prefix, 4k vs 8k thinking clamps, Redis 120/600 RPM bulkheads with HTTP 429 shed.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 Privacy-Preserving Observability: zero-PII BigQuery OTel spans (obo_token_hash, dpop_jkt) feeding three chargeback models.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model (950 Standard + 50 Enterprise tenants): -90% prefix COGS, -68% thinking spend, 99.99% Enterprise SLA, -74% TCO vs all-silo.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5-Hop Chain: The Invariant Across A, B and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Chain: The Invariant Across A, B and 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PEP: strip forged X-Tenant-ID, verify Google OIDC / Entra ID JWT, RFC 8693 OBO bound to RFC 9449 DPoP jkt.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PDP: tenant-label filtering, ARD catalog pruning, 403 on cross-tenant calls, ADK before_agent_callback tool pruning.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Compute &amp; FinOps: gVisor temp:tenant_id, L1-L5 Memory Bank, thinking budgets, Redis bulkheads, CMEK state check, ContextCacheConfig.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Armor: ingress injection screen, tenant Semantic NLCs, egress SDP redaction (bank/IBAN/SWIFT vs payment PAN).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Data &amp; OTel: SET LOCAL app.current_tenant AlloyDB RLS, 2LO/3LO broker via CymbalMCPHub, BigQuery OpenTelemetry audit sink.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Consolidated EAP Backlog &amp; Retrospective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EAP Backlog &amp; Retrospective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(Q4 2026): Registry tenant-label PDP, per-namespace Memory Bank CMEK, Auth Manager DPoP for external Entra ID tenants.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P1: unified Model Garden cache API, stateless ADK OAuth checkpoint, VPC-SC MCP egress bridge, instant CMEK kill-switch SLA.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(Q1 2027): cross-project federated GEAP Registry over PSC and the live tenant tier migrator.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Lessons: build Pooled first, treat the gap ledger as a deliverable, and publish every diagram once as .drawio/.png/.svg/.vision.json.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OTel &amp; Chargeback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5.1 &amp; 5.2 • CAPSTONE BLUEPRINT] Workstream 5 Capstone: Executive Topology Decision Guide &amp; The Multi-Tenant Agentic Triad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Unifying Zero-Trust Security, FinOps Unit Economics (90% Prefix Cache), and Zero-PII OpenTelemetry Across All 3 Patterns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Users10,000+ Multi-Tier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Global Anycast Ingress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Unified SIEM &amp; Audit Lineage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(-84.7%) • Zero-PII Obs…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• 20/20 Simulations 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Hybrid ($$)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Preserving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5.1 &amp; 5.2 • CAPSTONE BLUEPRINT] Workstream 5 Capstone: Executive Topology Dec…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Unifying Zero-Trust Security, FinOps Unit Economics (90% Prefix Cache), and Zero-PII OpenTelemetry Across All…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Global Anycast Ingress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Unified SIEM &amp; Audit Lineage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question; most topology debates are really about which question is being asked.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run; only the blast radius of each hop changes.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balance: security-only raises TCO, cost-only invites noisy neighbors and cache bleed, observability without redaction leaks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 Capstone: Executive Topology Decision Guide &amp; The Multi-Tenant Agentic Triad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blogs/ws5-decision-guide-and-agentic-triad.md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workstream-5-wrap-up-and-backlog/5.1-pattern-comparison-and-decision-guide.md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workstream-5-wrap-up-and-backlog/5.2-blog-multi-tenant-agentic-triad.md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the Multi-Tenant Agentic Triad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2026-10-08T13:26:07Z</dcterms:created>
  <dcterms:modified xsi:type="dcterms:W3CDTF">2026-10-08T13:26:07Z</dcterms:modified>
</cp:coreProperties>
</file>