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2.0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visual receipts from our live Google Cloud projects confirming that the entire 24-file codebase, all fourteen official architecture blueprints, all twelve forensic verification gates, and all twenty runtime breach and migration simulations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2.0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Pantheon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2.0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2.0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2.0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2.0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20/20 SIMULATION AUDIT LEDGER</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Complete 20/20 security &amp; migration telemetry across Patterns A, B &amp; C in Cloud Logging</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Ledger: Cloud Logging Logs Explorer — 20/20 PASS (WS2 10 + WS3 6 + WS4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Projects: #248990048888 • #638420508320 •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Telemetry: cymbal_agentic_finops_otel.tenant_telemetry_spans (0 raw PII)</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PANTHEON LIVE VERIFICATION</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Authentic Pantheon console &amp; SSH runtime attestation across 3 Google Cloud projects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Capture: Pantheon Cloud Run Source Tab + docked Cloud Shell SSH</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root@localhost:/app# — core_cymbal_agent 9/9 unit tests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 (run_deep_forensic_audit.py)</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screenshots/cloud-console/pantheon_live_user_capture_ssh_verify.png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COMPLETE 24-FILE WORKBENCH</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 / 3.6 / 4.6 &amp; 20/20 Test Suite</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production Terraform modules, ADK 2.0 runtime code, and 20/20 automated verification gates.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2.0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24-file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2.0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2026-10-20T23:09:17Z</dcterms:created>
  <dcterms:modified xsi:type="dcterms:W3CDTF">2026-10-20T23:09:17Z</dcterms:modified>
</cp:coreProperties>
</file>