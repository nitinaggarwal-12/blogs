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24-file codebase, all fourteen official architecture blueprints, all 20/20 Intra-Cloud GCP runtime simulations, all 30/30 Inter-Cloud 10-SaaS AWS AgentCore MCP and live EC2 execution twin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20/20 GCP &amp; 30/30 SAAS AUDIT LEDGER</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Ledger: Cloud Logging — 20/20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Projects: #248990048888 • #638420508320 •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Telemetry: tenant_telemetry_spans (BigQuery OTel • 0 PII)</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CLOUD SHELL SSH LIVE VERIFICATION</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Authentic Google Cloud Console &amp; SSH runtime attestation across 3 Google Cloud projects &amp; 10 SaaS targets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Capture: Google Cloud Console Cloud Run Source + Cloud Shell SSH</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PASS (run_deep_forensic_audit.py)</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screenshots/cloud-console/pantheon_live_user_capture_ssh_verify.png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24-FILE WORKBENCH &amp; 30/30 SAAS GATE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runtime code, 20/20 Intra-Cloud GCP suites, and 30/30 Inter-Cloud 10-SaaS AWS AgentCore MCP &amp; :3001..3010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24-file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2026-10-21T19:22:25Z</dcterms:created>
  <dcterms:modified xsi:type="dcterms:W3CDTF">2026-10-21T19:22:25Z</dcterms:modified>
</cp:coreProperties>
</file>